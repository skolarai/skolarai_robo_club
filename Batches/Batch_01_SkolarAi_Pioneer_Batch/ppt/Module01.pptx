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  <p:sldId id="265" r:id="rId10"/>
    <p:sldId id="267" r:id="rId11"/>
    <p:sldId id="264" r:id="rId12"/>
    <p:sldId id="266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A5AA02-C52A-487A-A44F-1F1A117522A1}" v="921" dt="2025-11-01T18:25:26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6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2.svg"/><Relationship Id="rId4" Type="http://schemas.openxmlformats.org/officeDocument/2006/relationships/image" Target="../media/image10.svg"/><Relationship Id="rId9" Type="http://schemas.openxmlformats.org/officeDocument/2006/relationships/image" Target="../media/image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6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2.svg"/><Relationship Id="rId4" Type="http://schemas.openxmlformats.org/officeDocument/2006/relationships/image" Target="../media/image10.svg"/><Relationship Id="rId9" Type="http://schemas.openxmlformats.org/officeDocument/2006/relationships/image" Target="../media/image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5B0F10-A54A-44A8-9D9F-A7562318E2D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4C5906B-7CE2-44B4-B5D6-7F7F0055783D}">
      <dgm:prSet/>
      <dgm:spPr/>
      <dgm:t>
        <a:bodyPr/>
        <a:lstStyle/>
        <a:p>
          <a:r>
            <a:rPr lang="en-US"/>
            <a:t>Programming means </a:t>
          </a:r>
          <a:r>
            <a:rPr lang="en-US" b="1"/>
            <a:t>telling a computer what to do</a:t>
          </a:r>
          <a:r>
            <a:rPr lang="en-US"/>
            <a:t> using special instructions (code).</a:t>
          </a:r>
        </a:p>
      </dgm:t>
    </dgm:pt>
    <dgm:pt modelId="{3246AEA4-F892-44ED-9F9B-FAC2D63BD653}" type="parTrans" cxnId="{A00ADF50-5743-4A20-B9A4-A2C3FA60173D}">
      <dgm:prSet/>
      <dgm:spPr/>
      <dgm:t>
        <a:bodyPr/>
        <a:lstStyle/>
        <a:p>
          <a:endParaRPr lang="en-US"/>
        </a:p>
      </dgm:t>
    </dgm:pt>
    <dgm:pt modelId="{A588AFF5-0747-4542-9B9D-6D72B6428B19}" type="sibTrans" cxnId="{A00ADF50-5743-4A20-B9A4-A2C3FA60173D}">
      <dgm:prSet/>
      <dgm:spPr/>
      <dgm:t>
        <a:bodyPr/>
        <a:lstStyle/>
        <a:p>
          <a:endParaRPr lang="en-US"/>
        </a:p>
      </dgm:t>
    </dgm:pt>
    <dgm:pt modelId="{D3C4A970-E57B-4E3C-ACBC-415F093987D9}">
      <dgm:prSet/>
      <dgm:spPr/>
      <dgm:t>
        <a:bodyPr/>
        <a:lstStyle/>
        <a:p>
          <a:r>
            <a:rPr lang="en-US"/>
            <a:t>A program is like a </a:t>
          </a:r>
          <a:r>
            <a:rPr lang="en-US" b="1"/>
            <a:t>recipe</a:t>
          </a:r>
          <a:r>
            <a:rPr lang="en-US"/>
            <a:t> — it tells the computer step by step what to do.</a:t>
          </a:r>
        </a:p>
      </dgm:t>
    </dgm:pt>
    <dgm:pt modelId="{49F8ED8E-D50D-4EB5-B3A2-199E5A5282AE}" type="parTrans" cxnId="{58038559-E0BC-4A95-B3EF-8D48A83DD702}">
      <dgm:prSet/>
      <dgm:spPr/>
      <dgm:t>
        <a:bodyPr/>
        <a:lstStyle/>
        <a:p>
          <a:endParaRPr lang="en-US"/>
        </a:p>
      </dgm:t>
    </dgm:pt>
    <dgm:pt modelId="{02DCF2C6-8D73-4213-865B-4A97A11A82FF}" type="sibTrans" cxnId="{58038559-E0BC-4A95-B3EF-8D48A83DD702}">
      <dgm:prSet/>
      <dgm:spPr/>
      <dgm:t>
        <a:bodyPr/>
        <a:lstStyle/>
        <a:p>
          <a:endParaRPr lang="en-US"/>
        </a:p>
      </dgm:t>
    </dgm:pt>
    <dgm:pt modelId="{20D42C70-F5FB-45CA-9236-9EC98545AFD7}">
      <dgm:prSet/>
      <dgm:spPr/>
      <dgm:t>
        <a:bodyPr/>
        <a:lstStyle/>
        <a:p>
          <a:r>
            <a:rPr lang="en-US"/>
            <a:t>Different programming languages exist (Python, Java, C++), but </a:t>
          </a:r>
          <a:r>
            <a:rPr lang="en-US" b="1"/>
            <a:t>Python</a:t>
          </a:r>
          <a:r>
            <a:rPr lang="en-US"/>
            <a:t> is one of the easiest for beginners.</a:t>
          </a:r>
        </a:p>
      </dgm:t>
    </dgm:pt>
    <dgm:pt modelId="{8B4504AF-90AA-414B-AC43-0F5438674680}" type="parTrans" cxnId="{629AFAA0-1988-4A6A-9762-3369520A4053}">
      <dgm:prSet/>
      <dgm:spPr/>
      <dgm:t>
        <a:bodyPr/>
        <a:lstStyle/>
        <a:p>
          <a:endParaRPr lang="en-US"/>
        </a:p>
      </dgm:t>
    </dgm:pt>
    <dgm:pt modelId="{C0B54169-37EB-4B63-8041-51046CE96F7E}" type="sibTrans" cxnId="{629AFAA0-1988-4A6A-9762-3369520A4053}">
      <dgm:prSet/>
      <dgm:spPr/>
      <dgm:t>
        <a:bodyPr/>
        <a:lstStyle/>
        <a:p>
          <a:endParaRPr lang="en-US"/>
        </a:p>
      </dgm:t>
    </dgm:pt>
    <dgm:pt modelId="{71340F6E-8296-4219-9118-3396E6F2AA5A}" type="pres">
      <dgm:prSet presAssocID="{E35B0F10-A54A-44A8-9D9F-A7562318E2D8}" presName="root" presStyleCnt="0">
        <dgm:presLayoutVars>
          <dgm:dir/>
          <dgm:resizeHandles val="exact"/>
        </dgm:presLayoutVars>
      </dgm:prSet>
      <dgm:spPr/>
    </dgm:pt>
    <dgm:pt modelId="{44427D23-3D98-4C25-9EEE-EBCB03845066}" type="pres">
      <dgm:prSet presAssocID="{E4C5906B-7CE2-44B4-B5D6-7F7F0055783D}" presName="compNode" presStyleCnt="0"/>
      <dgm:spPr/>
    </dgm:pt>
    <dgm:pt modelId="{F6C9ECD6-F3AD-4413-B383-3D76111C39F3}" type="pres">
      <dgm:prSet presAssocID="{E4C5906B-7CE2-44B4-B5D6-7F7F0055783D}" presName="bgRect" presStyleLbl="bgShp" presStyleIdx="0" presStyleCnt="3"/>
      <dgm:spPr/>
    </dgm:pt>
    <dgm:pt modelId="{2B3037F9-FF33-4618-B71F-EB8F19DABC82}" type="pres">
      <dgm:prSet presAssocID="{E4C5906B-7CE2-44B4-B5D6-7F7F0055783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56808B7-936B-43F7-8031-6241974A3CBD}" type="pres">
      <dgm:prSet presAssocID="{E4C5906B-7CE2-44B4-B5D6-7F7F0055783D}" presName="spaceRect" presStyleCnt="0"/>
      <dgm:spPr/>
    </dgm:pt>
    <dgm:pt modelId="{10929255-0448-4FDF-9B4F-58C03C362364}" type="pres">
      <dgm:prSet presAssocID="{E4C5906B-7CE2-44B4-B5D6-7F7F0055783D}" presName="parTx" presStyleLbl="revTx" presStyleIdx="0" presStyleCnt="3">
        <dgm:presLayoutVars>
          <dgm:chMax val="0"/>
          <dgm:chPref val="0"/>
        </dgm:presLayoutVars>
      </dgm:prSet>
      <dgm:spPr/>
    </dgm:pt>
    <dgm:pt modelId="{A1ED3352-0F0D-4D4C-A8DD-3AE0D19CC999}" type="pres">
      <dgm:prSet presAssocID="{A588AFF5-0747-4542-9B9D-6D72B6428B19}" presName="sibTrans" presStyleCnt="0"/>
      <dgm:spPr/>
    </dgm:pt>
    <dgm:pt modelId="{FA099BAD-F673-429C-BD84-03A4A7641B1E}" type="pres">
      <dgm:prSet presAssocID="{D3C4A970-E57B-4E3C-ACBC-415F093987D9}" presName="compNode" presStyleCnt="0"/>
      <dgm:spPr/>
    </dgm:pt>
    <dgm:pt modelId="{F1E25981-1E8D-49DF-943B-8BEE85FAF30E}" type="pres">
      <dgm:prSet presAssocID="{D3C4A970-E57B-4E3C-ACBC-415F093987D9}" presName="bgRect" presStyleLbl="bgShp" presStyleIdx="1" presStyleCnt="3"/>
      <dgm:spPr/>
    </dgm:pt>
    <dgm:pt modelId="{4619F286-60D4-4794-9866-5AECF311447B}" type="pres">
      <dgm:prSet presAssocID="{D3C4A970-E57B-4E3C-ACBC-415F093987D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336DE23A-735E-4664-B522-01C7CDC2471E}" type="pres">
      <dgm:prSet presAssocID="{D3C4A970-E57B-4E3C-ACBC-415F093987D9}" presName="spaceRect" presStyleCnt="0"/>
      <dgm:spPr/>
    </dgm:pt>
    <dgm:pt modelId="{E28153BC-4C28-41A5-96FE-BFD65788A56D}" type="pres">
      <dgm:prSet presAssocID="{D3C4A970-E57B-4E3C-ACBC-415F093987D9}" presName="parTx" presStyleLbl="revTx" presStyleIdx="1" presStyleCnt="3">
        <dgm:presLayoutVars>
          <dgm:chMax val="0"/>
          <dgm:chPref val="0"/>
        </dgm:presLayoutVars>
      </dgm:prSet>
      <dgm:spPr/>
    </dgm:pt>
    <dgm:pt modelId="{6CA62A40-871E-4952-B726-DAC86EEE6639}" type="pres">
      <dgm:prSet presAssocID="{02DCF2C6-8D73-4213-865B-4A97A11A82FF}" presName="sibTrans" presStyleCnt="0"/>
      <dgm:spPr/>
    </dgm:pt>
    <dgm:pt modelId="{A245D286-031A-4EE8-872D-096D5D61161E}" type="pres">
      <dgm:prSet presAssocID="{20D42C70-F5FB-45CA-9236-9EC98545AFD7}" presName="compNode" presStyleCnt="0"/>
      <dgm:spPr/>
    </dgm:pt>
    <dgm:pt modelId="{A151A897-6455-4E4E-AA6B-945B4BBB76B7}" type="pres">
      <dgm:prSet presAssocID="{20D42C70-F5FB-45CA-9236-9EC98545AFD7}" presName="bgRect" presStyleLbl="bgShp" presStyleIdx="2" presStyleCnt="3"/>
      <dgm:spPr/>
    </dgm:pt>
    <dgm:pt modelId="{92044BD8-2222-4906-A7B8-0EEB49B45A49}" type="pres">
      <dgm:prSet presAssocID="{20D42C70-F5FB-45CA-9236-9EC98545AFD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0599FD74-B776-4824-A9AE-8AD1D465D165}" type="pres">
      <dgm:prSet presAssocID="{20D42C70-F5FB-45CA-9236-9EC98545AFD7}" presName="spaceRect" presStyleCnt="0"/>
      <dgm:spPr/>
    </dgm:pt>
    <dgm:pt modelId="{935C4875-AB0F-413A-AF39-2F9411A9D7F6}" type="pres">
      <dgm:prSet presAssocID="{20D42C70-F5FB-45CA-9236-9EC98545AFD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ED90205-9EEE-4318-86F7-A212ED897C5B}" type="presOf" srcId="{E4C5906B-7CE2-44B4-B5D6-7F7F0055783D}" destId="{10929255-0448-4FDF-9B4F-58C03C362364}" srcOrd="0" destOrd="0" presId="urn:microsoft.com/office/officeart/2018/2/layout/IconVerticalSolidList"/>
    <dgm:cxn modelId="{A00ADF50-5743-4A20-B9A4-A2C3FA60173D}" srcId="{E35B0F10-A54A-44A8-9D9F-A7562318E2D8}" destId="{E4C5906B-7CE2-44B4-B5D6-7F7F0055783D}" srcOrd="0" destOrd="0" parTransId="{3246AEA4-F892-44ED-9F9B-FAC2D63BD653}" sibTransId="{A588AFF5-0747-4542-9B9D-6D72B6428B19}"/>
    <dgm:cxn modelId="{58038559-E0BC-4A95-B3EF-8D48A83DD702}" srcId="{E35B0F10-A54A-44A8-9D9F-A7562318E2D8}" destId="{D3C4A970-E57B-4E3C-ACBC-415F093987D9}" srcOrd="1" destOrd="0" parTransId="{49F8ED8E-D50D-4EB5-B3A2-199E5A5282AE}" sibTransId="{02DCF2C6-8D73-4213-865B-4A97A11A82FF}"/>
    <dgm:cxn modelId="{665FB7A0-3DE0-4FA5-9AF4-128B15C442B5}" type="presOf" srcId="{E35B0F10-A54A-44A8-9D9F-A7562318E2D8}" destId="{71340F6E-8296-4219-9118-3396E6F2AA5A}" srcOrd="0" destOrd="0" presId="urn:microsoft.com/office/officeart/2018/2/layout/IconVerticalSolidList"/>
    <dgm:cxn modelId="{629AFAA0-1988-4A6A-9762-3369520A4053}" srcId="{E35B0F10-A54A-44A8-9D9F-A7562318E2D8}" destId="{20D42C70-F5FB-45CA-9236-9EC98545AFD7}" srcOrd="2" destOrd="0" parTransId="{8B4504AF-90AA-414B-AC43-0F5438674680}" sibTransId="{C0B54169-37EB-4B63-8041-51046CE96F7E}"/>
    <dgm:cxn modelId="{DD7820BA-4F24-4E82-8FFA-D1025F767DF3}" type="presOf" srcId="{D3C4A970-E57B-4E3C-ACBC-415F093987D9}" destId="{E28153BC-4C28-41A5-96FE-BFD65788A56D}" srcOrd="0" destOrd="0" presId="urn:microsoft.com/office/officeart/2018/2/layout/IconVerticalSolidList"/>
    <dgm:cxn modelId="{8C522DFD-2469-411C-B30A-7238CFCEA443}" type="presOf" srcId="{20D42C70-F5FB-45CA-9236-9EC98545AFD7}" destId="{935C4875-AB0F-413A-AF39-2F9411A9D7F6}" srcOrd="0" destOrd="0" presId="urn:microsoft.com/office/officeart/2018/2/layout/IconVerticalSolidList"/>
    <dgm:cxn modelId="{CF423378-7F66-43E0-9860-4735ACD7C9F2}" type="presParOf" srcId="{71340F6E-8296-4219-9118-3396E6F2AA5A}" destId="{44427D23-3D98-4C25-9EEE-EBCB03845066}" srcOrd="0" destOrd="0" presId="urn:microsoft.com/office/officeart/2018/2/layout/IconVerticalSolidList"/>
    <dgm:cxn modelId="{A5B1595A-DCF0-4567-B00F-58929BD8C936}" type="presParOf" srcId="{44427D23-3D98-4C25-9EEE-EBCB03845066}" destId="{F6C9ECD6-F3AD-4413-B383-3D76111C39F3}" srcOrd="0" destOrd="0" presId="urn:microsoft.com/office/officeart/2018/2/layout/IconVerticalSolidList"/>
    <dgm:cxn modelId="{29875405-85AC-41D7-9B77-8591DFB24B95}" type="presParOf" srcId="{44427D23-3D98-4C25-9EEE-EBCB03845066}" destId="{2B3037F9-FF33-4618-B71F-EB8F19DABC82}" srcOrd="1" destOrd="0" presId="urn:microsoft.com/office/officeart/2018/2/layout/IconVerticalSolidList"/>
    <dgm:cxn modelId="{1CD004CF-719D-4BE2-AC7E-A15EA44E612E}" type="presParOf" srcId="{44427D23-3D98-4C25-9EEE-EBCB03845066}" destId="{256808B7-936B-43F7-8031-6241974A3CBD}" srcOrd="2" destOrd="0" presId="urn:microsoft.com/office/officeart/2018/2/layout/IconVerticalSolidList"/>
    <dgm:cxn modelId="{7081D5B3-625D-46DE-8279-24E335863629}" type="presParOf" srcId="{44427D23-3D98-4C25-9EEE-EBCB03845066}" destId="{10929255-0448-4FDF-9B4F-58C03C362364}" srcOrd="3" destOrd="0" presId="urn:microsoft.com/office/officeart/2018/2/layout/IconVerticalSolidList"/>
    <dgm:cxn modelId="{DE62891B-F599-453E-B3B5-B35E620CF052}" type="presParOf" srcId="{71340F6E-8296-4219-9118-3396E6F2AA5A}" destId="{A1ED3352-0F0D-4D4C-A8DD-3AE0D19CC999}" srcOrd="1" destOrd="0" presId="urn:microsoft.com/office/officeart/2018/2/layout/IconVerticalSolidList"/>
    <dgm:cxn modelId="{403C53E8-D49E-4FA4-BBC5-07CE57E7FCF0}" type="presParOf" srcId="{71340F6E-8296-4219-9118-3396E6F2AA5A}" destId="{FA099BAD-F673-429C-BD84-03A4A7641B1E}" srcOrd="2" destOrd="0" presId="urn:microsoft.com/office/officeart/2018/2/layout/IconVerticalSolidList"/>
    <dgm:cxn modelId="{6DD573A4-C200-4879-BDD3-5B377B9A1F46}" type="presParOf" srcId="{FA099BAD-F673-429C-BD84-03A4A7641B1E}" destId="{F1E25981-1E8D-49DF-943B-8BEE85FAF30E}" srcOrd="0" destOrd="0" presId="urn:microsoft.com/office/officeart/2018/2/layout/IconVerticalSolidList"/>
    <dgm:cxn modelId="{EBEAFF17-A583-4299-A3CB-5B0891755017}" type="presParOf" srcId="{FA099BAD-F673-429C-BD84-03A4A7641B1E}" destId="{4619F286-60D4-4794-9866-5AECF311447B}" srcOrd="1" destOrd="0" presId="urn:microsoft.com/office/officeart/2018/2/layout/IconVerticalSolidList"/>
    <dgm:cxn modelId="{FC5DA74C-E890-48BA-8654-63CB5E9B09E7}" type="presParOf" srcId="{FA099BAD-F673-429C-BD84-03A4A7641B1E}" destId="{336DE23A-735E-4664-B522-01C7CDC2471E}" srcOrd="2" destOrd="0" presId="urn:microsoft.com/office/officeart/2018/2/layout/IconVerticalSolidList"/>
    <dgm:cxn modelId="{5A7536DC-FBC6-4B7C-8741-6A7BCBB4F6C4}" type="presParOf" srcId="{FA099BAD-F673-429C-BD84-03A4A7641B1E}" destId="{E28153BC-4C28-41A5-96FE-BFD65788A56D}" srcOrd="3" destOrd="0" presId="urn:microsoft.com/office/officeart/2018/2/layout/IconVerticalSolidList"/>
    <dgm:cxn modelId="{65EB690F-A790-4B7F-9D20-89230982B75B}" type="presParOf" srcId="{71340F6E-8296-4219-9118-3396E6F2AA5A}" destId="{6CA62A40-871E-4952-B726-DAC86EEE6639}" srcOrd="3" destOrd="0" presId="urn:microsoft.com/office/officeart/2018/2/layout/IconVerticalSolidList"/>
    <dgm:cxn modelId="{121C6A58-5750-40E7-8048-75C2B70CFDFE}" type="presParOf" srcId="{71340F6E-8296-4219-9118-3396E6F2AA5A}" destId="{A245D286-031A-4EE8-872D-096D5D61161E}" srcOrd="4" destOrd="0" presId="urn:microsoft.com/office/officeart/2018/2/layout/IconVerticalSolidList"/>
    <dgm:cxn modelId="{BA9A4BCA-964E-4AAF-A336-6CB916643C82}" type="presParOf" srcId="{A245D286-031A-4EE8-872D-096D5D61161E}" destId="{A151A897-6455-4E4E-AA6B-945B4BBB76B7}" srcOrd="0" destOrd="0" presId="urn:microsoft.com/office/officeart/2018/2/layout/IconVerticalSolidList"/>
    <dgm:cxn modelId="{2B0CF415-2C94-46DC-8198-564BE348812F}" type="presParOf" srcId="{A245D286-031A-4EE8-872D-096D5D61161E}" destId="{92044BD8-2222-4906-A7B8-0EEB49B45A49}" srcOrd="1" destOrd="0" presId="urn:microsoft.com/office/officeart/2018/2/layout/IconVerticalSolidList"/>
    <dgm:cxn modelId="{2F5344E5-8310-4452-9EA7-AF353654598D}" type="presParOf" srcId="{A245D286-031A-4EE8-872D-096D5D61161E}" destId="{0599FD74-B776-4824-A9AE-8AD1D465D165}" srcOrd="2" destOrd="0" presId="urn:microsoft.com/office/officeart/2018/2/layout/IconVerticalSolidList"/>
    <dgm:cxn modelId="{73C56D74-6636-458F-AEA5-2AE7BD2276E0}" type="presParOf" srcId="{A245D286-031A-4EE8-872D-096D5D61161E}" destId="{935C4875-AB0F-413A-AF39-2F9411A9D7F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3FE14D-172F-477A-B072-12953E0D4839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0FBCF3B-0C58-406C-A6D2-3D79AA2EACC3}">
      <dgm:prSet/>
      <dgm:spPr/>
      <dgm:t>
        <a:bodyPr/>
        <a:lstStyle/>
        <a:p>
          <a:r>
            <a:rPr lang="en-US"/>
            <a:t>There are Two Types of Programming language</a:t>
          </a:r>
        </a:p>
      </dgm:t>
    </dgm:pt>
    <dgm:pt modelId="{23B9ADAB-7FF8-4930-9A78-956D2C09255D}" type="parTrans" cxnId="{8C6038CE-D253-4AB0-9DD2-20823AA1206D}">
      <dgm:prSet/>
      <dgm:spPr/>
      <dgm:t>
        <a:bodyPr/>
        <a:lstStyle/>
        <a:p>
          <a:endParaRPr lang="en-US"/>
        </a:p>
      </dgm:t>
    </dgm:pt>
    <dgm:pt modelId="{E4286702-4DE8-4BF3-B73B-E5EEF1006009}" type="sibTrans" cxnId="{8C6038CE-D253-4AB0-9DD2-20823AA1206D}">
      <dgm:prSet/>
      <dgm:spPr/>
      <dgm:t>
        <a:bodyPr/>
        <a:lstStyle/>
        <a:p>
          <a:endParaRPr lang="en-US"/>
        </a:p>
      </dgm:t>
    </dgm:pt>
    <dgm:pt modelId="{723FE2B7-DFDC-418E-916A-C7B5E5B8CE0A}">
      <dgm:prSet/>
      <dgm:spPr/>
      <dgm:t>
        <a:bodyPr/>
        <a:lstStyle/>
        <a:p>
          <a:r>
            <a:rPr lang="en-US"/>
            <a:t>High Level Programming Language</a:t>
          </a:r>
        </a:p>
      </dgm:t>
    </dgm:pt>
    <dgm:pt modelId="{EBCDA040-F178-4C8A-84A9-9FE2490F7D38}" type="parTrans" cxnId="{D7949BFE-7B95-47D8-9DA4-8E6EFA17607D}">
      <dgm:prSet/>
      <dgm:spPr/>
      <dgm:t>
        <a:bodyPr/>
        <a:lstStyle/>
        <a:p>
          <a:endParaRPr lang="en-US"/>
        </a:p>
      </dgm:t>
    </dgm:pt>
    <dgm:pt modelId="{7F31E4F9-5DEC-401E-A07B-9F6C24E38543}" type="sibTrans" cxnId="{D7949BFE-7B95-47D8-9DA4-8E6EFA17607D}">
      <dgm:prSet/>
      <dgm:spPr/>
      <dgm:t>
        <a:bodyPr/>
        <a:lstStyle/>
        <a:p>
          <a:endParaRPr lang="en-US"/>
        </a:p>
      </dgm:t>
    </dgm:pt>
    <dgm:pt modelId="{1937DB54-08FF-4EE5-A9F0-D9B7F4653715}">
      <dgm:prSet/>
      <dgm:spPr/>
      <dgm:t>
        <a:bodyPr/>
        <a:lstStyle/>
        <a:p>
          <a:r>
            <a:rPr lang="en-US"/>
            <a:t>Low Level Programming Language</a:t>
          </a:r>
        </a:p>
      </dgm:t>
    </dgm:pt>
    <dgm:pt modelId="{83910838-F5C4-46A1-A4D6-505BF1396C38}" type="parTrans" cxnId="{83864E1E-E41C-42B8-869B-7E7058AEA478}">
      <dgm:prSet/>
      <dgm:spPr/>
      <dgm:t>
        <a:bodyPr/>
        <a:lstStyle/>
        <a:p>
          <a:endParaRPr lang="en-US"/>
        </a:p>
      </dgm:t>
    </dgm:pt>
    <dgm:pt modelId="{A0A250BE-1416-488F-AF5B-4D4F16D33004}" type="sibTrans" cxnId="{83864E1E-E41C-42B8-869B-7E7058AEA478}">
      <dgm:prSet/>
      <dgm:spPr/>
      <dgm:t>
        <a:bodyPr/>
        <a:lstStyle/>
        <a:p>
          <a:endParaRPr lang="en-US"/>
        </a:p>
      </dgm:t>
    </dgm:pt>
    <dgm:pt modelId="{AFE52FF8-241C-4A2B-AC46-1B4F5FB4787B}" type="pres">
      <dgm:prSet presAssocID="{483FE14D-172F-477A-B072-12953E0D483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EE5763D-D2D5-43F3-A175-2F7A4392D71B}" type="pres">
      <dgm:prSet presAssocID="{C0FBCF3B-0C58-406C-A6D2-3D79AA2EACC3}" presName="hierRoot1" presStyleCnt="0"/>
      <dgm:spPr/>
    </dgm:pt>
    <dgm:pt modelId="{33BEC8C2-FE32-4787-82B0-F6561DF55F9D}" type="pres">
      <dgm:prSet presAssocID="{C0FBCF3B-0C58-406C-A6D2-3D79AA2EACC3}" presName="composite" presStyleCnt="0"/>
      <dgm:spPr/>
    </dgm:pt>
    <dgm:pt modelId="{C5E696C9-EB86-4CDA-9CE1-CCB25F67231D}" type="pres">
      <dgm:prSet presAssocID="{C0FBCF3B-0C58-406C-A6D2-3D79AA2EACC3}" presName="background" presStyleLbl="node0" presStyleIdx="0" presStyleCnt="1"/>
      <dgm:spPr/>
    </dgm:pt>
    <dgm:pt modelId="{14694BF7-936E-4815-980C-7C3F52FE094A}" type="pres">
      <dgm:prSet presAssocID="{C0FBCF3B-0C58-406C-A6D2-3D79AA2EACC3}" presName="text" presStyleLbl="fgAcc0" presStyleIdx="0" presStyleCnt="1">
        <dgm:presLayoutVars>
          <dgm:chPref val="3"/>
        </dgm:presLayoutVars>
      </dgm:prSet>
      <dgm:spPr/>
    </dgm:pt>
    <dgm:pt modelId="{61E1CB5A-74D2-42D5-A0FA-FD3299A23385}" type="pres">
      <dgm:prSet presAssocID="{C0FBCF3B-0C58-406C-A6D2-3D79AA2EACC3}" presName="hierChild2" presStyleCnt="0"/>
      <dgm:spPr/>
    </dgm:pt>
    <dgm:pt modelId="{F3629A09-D76A-4BCA-8742-25C5F3A65147}" type="pres">
      <dgm:prSet presAssocID="{EBCDA040-F178-4C8A-84A9-9FE2490F7D38}" presName="Name10" presStyleLbl="parChTrans1D2" presStyleIdx="0" presStyleCnt="2"/>
      <dgm:spPr/>
    </dgm:pt>
    <dgm:pt modelId="{25345AB8-88F4-4F3D-B78F-889809B5B80C}" type="pres">
      <dgm:prSet presAssocID="{723FE2B7-DFDC-418E-916A-C7B5E5B8CE0A}" presName="hierRoot2" presStyleCnt="0"/>
      <dgm:spPr/>
    </dgm:pt>
    <dgm:pt modelId="{6CCE8236-0203-4CA8-9906-D8A3A90CA8F1}" type="pres">
      <dgm:prSet presAssocID="{723FE2B7-DFDC-418E-916A-C7B5E5B8CE0A}" presName="composite2" presStyleCnt="0"/>
      <dgm:spPr/>
    </dgm:pt>
    <dgm:pt modelId="{3C5C43CF-A86C-4ADB-BC0C-0607DA090C28}" type="pres">
      <dgm:prSet presAssocID="{723FE2B7-DFDC-418E-916A-C7B5E5B8CE0A}" presName="background2" presStyleLbl="node2" presStyleIdx="0" presStyleCnt="2"/>
      <dgm:spPr/>
    </dgm:pt>
    <dgm:pt modelId="{7575091D-C706-44D7-AFAD-5771B2A2E21C}" type="pres">
      <dgm:prSet presAssocID="{723FE2B7-DFDC-418E-916A-C7B5E5B8CE0A}" presName="text2" presStyleLbl="fgAcc2" presStyleIdx="0" presStyleCnt="2">
        <dgm:presLayoutVars>
          <dgm:chPref val="3"/>
        </dgm:presLayoutVars>
      </dgm:prSet>
      <dgm:spPr/>
    </dgm:pt>
    <dgm:pt modelId="{937C7957-4D9D-41DC-B81A-1F68CF56412C}" type="pres">
      <dgm:prSet presAssocID="{723FE2B7-DFDC-418E-916A-C7B5E5B8CE0A}" presName="hierChild3" presStyleCnt="0"/>
      <dgm:spPr/>
    </dgm:pt>
    <dgm:pt modelId="{840BF5FB-CA62-4164-803D-3FD8017B4064}" type="pres">
      <dgm:prSet presAssocID="{83910838-F5C4-46A1-A4D6-505BF1396C38}" presName="Name10" presStyleLbl="parChTrans1D2" presStyleIdx="1" presStyleCnt="2"/>
      <dgm:spPr/>
    </dgm:pt>
    <dgm:pt modelId="{A6D055F1-50C4-4096-BB62-3A4F76791A89}" type="pres">
      <dgm:prSet presAssocID="{1937DB54-08FF-4EE5-A9F0-D9B7F4653715}" presName="hierRoot2" presStyleCnt="0"/>
      <dgm:spPr/>
    </dgm:pt>
    <dgm:pt modelId="{2B8B07B9-01F6-4883-9979-685520750225}" type="pres">
      <dgm:prSet presAssocID="{1937DB54-08FF-4EE5-A9F0-D9B7F4653715}" presName="composite2" presStyleCnt="0"/>
      <dgm:spPr/>
    </dgm:pt>
    <dgm:pt modelId="{93B5F6F4-2E88-43DC-AEEB-ED58D786CEFF}" type="pres">
      <dgm:prSet presAssocID="{1937DB54-08FF-4EE5-A9F0-D9B7F4653715}" presName="background2" presStyleLbl="node2" presStyleIdx="1" presStyleCnt="2"/>
      <dgm:spPr/>
    </dgm:pt>
    <dgm:pt modelId="{D527D9CF-9A19-4401-A7BC-90C45F77353E}" type="pres">
      <dgm:prSet presAssocID="{1937DB54-08FF-4EE5-A9F0-D9B7F4653715}" presName="text2" presStyleLbl="fgAcc2" presStyleIdx="1" presStyleCnt="2">
        <dgm:presLayoutVars>
          <dgm:chPref val="3"/>
        </dgm:presLayoutVars>
      </dgm:prSet>
      <dgm:spPr/>
    </dgm:pt>
    <dgm:pt modelId="{63892820-8094-43B3-9C79-E52DEAE850C1}" type="pres">
      <dgm:prSet presAssocID="{1937DB54-08FF-4EE5-A9F0-D9B7F4653715}" presName="hierChild3" presStyleCnt="0"/>
      <dgm:spPr/>
    </dgm:pt>
  </dgm:ptLst>
  <dgm:cxnLst>
    <dgm:cxn modelId="{66C25815-8F6F-4110-94EF-8A57E57E32A5}" type="presOf" srcId="{723FE2B7-DFDC-418E-916A-C7B5E5B8CE0A}" destId="{7575091D-C706-44D7-AFAD-5771B2A2E21C}" srcOrd="0" destOrd="0" presId="urn:microsoft.com/office/officeart/2005/8/layout/hierarchy1"/>
    <dgm:cxn modelId="{8CD95B18-AE12-4B21-ADD0-2CD4C695B86A}" type="presOf" srcId="{EBCDA040-F178-4C8A-84A9-9FE2490F7D38}" destId="{F3629A09-D76A-4BCA-8742-25C5F3A65147}" srcOrd="0" destOrd="0" presId="urn:microsoft.com/office/officeart/2005/8/layout/hierarchy1"/>
    <dgm:cxn modelId="{83864E1E-E41C-42B8-869B-7E7058AEA478}" srcId="{C0FBCF3B-0C58-406C-A6D2-3D79AA2EACC3}" destId="{1937DB54-08FF-4EE5-A9F0-D9B7F4653715}" srcOrd="1" destOrd="0" parTransId="{83910838-F5C4-46A1-A4D6-505BF1396C38}" sibTransId="{A0A250BE-1416-488F-AF5B-4D4F16D33004}"/>
    <dgm:cxn modelId="{B59E066C-FD04-4D6A-9A2E-DDBAC78B2043}" type="presOf" srcId="{C0FBCF3B-0C58-406C-A6D2-3D79AA2EACC3}" destId="{14694BF7-936E-4815-980C-7C3F52FE094A}" srcOrd="0" destOrd="0" presId="urn:microsoft.com/office/officeart/2005/8/layout/hierarchy1"/>
    <dgm:cxn modelId="{3316D16C-2E5B-4501-AAB7-06A4A3474191}" type="presOf" srcId="{1937DB54-08FF-4EE5-A9F0-D9B7F4653715}" destId="{D527D9CF-9A19-4401-A7BC-90C45F77353E}" srcOrd="0" destOrd="0" presId="urn:microsoft.com/office/officeart/2005/8/layout/hierarchy1"/>
    <dgm:cxn modelId="{C09ABDB2-0DC7-425C-B4A7-B4481646255F}" type="presOf" srcId="{483FE14D-172F-477A-B072-12953E0D4839}" destId="{AFE52FF8-241C-4A2B-AC46-1B4F5FB4787B}" srcOrd="0" destOrd="0" presId="urn:microsoft.com/office/officeart/2005/8/layout/hierarchy1"/>
    <dgm:cxn modelId="{121055B7-A667-4687-A8B3-262F98A9634D}" type="presOf" srcId="{83910838-F5C4-46A1-A4D6-505BF1396C38}" destId="{840BF5FB-CA62-4164-803D-3FD8017B4064}" srcOrd="0" destOrd="0" presId="urn:microsoft.com/office/officeart/2005/8/layout/hierarchy1"/>
    <dgm:cxn modelId="{8C6038CE-D253-4AB0-9DD2-20823AA1206D}" srcId="{483FE14D-172F-477A-B072-12953E0D4839}" destId="{C0FBCF3B-0C58-406C-A6D2-3D79AA2EACC3}" srcOrd="0" destOrd="0" parTransId="{23B9ADAB-7FF8-4930-9A78-956D2C09255D}" sibTransId="{E4286702-4DE8-4BF3-B73B-E5EEF1006009}"/>
    <dgm:cxn modelId="{D7949BFE-7B95-47D8-9DA4-8E6EFA17607D}" srcId="{C0FBCF3B-0C58-406C-A6D2-3D79AA2EACC3}" destId="{723FE2B7-DFDC-418E-916A-C7B5E5B8CE0A}" srcOrd="0" destOrd="0" parTransId="{EBCDA040-F178-4C8A-84A9-9FE2490F7D38}" sibTransId="{7F31E4F9-5DEC-401E-A07B-9F6C24E38543}"/>
    <dgm:cxn modelId="{94062A6E-C225-4764-9F25-AC8739FD633C}" type="presParOf" srcId="{AFE52FF8-241C-4A2B-AC46-1B4F5FB4787B}" destId="{8EE5763D-D2D5-43F3-A175-2F7A4392D71B}" srcOrd="0" destOrd="0" presId="urn:microsoft.com/office/officeart/2005/8/layout/hierarchy1"/>
    <dgm:cxn modelId="{A964EC45-0072-4F30-942D-E12A65F5B15B}" type="presParOf" srcId="{8EE5763D-D2D5-43F3-A175-2F7A4392D71B}" destId="{33BEC8C2-FE32-4787-82B0-F6561DF55F9D}" srcOrd="0" destOrd="0" presId="urn:microsoft.com/office/officeart/2005/8/layout/hierarchy1"/>
    <dgm:cxn modelId="{176BB87A-D5F7-4BE3-AEA6-63D4B52CC05B}" type="presParOf" srcId="{33BEC8C2-FE32-4787-82B0-F6561DF55F9D}" destId="{C5E696C9-EB86-4CDA-9CE1-CCB25F67231D}" srcOrd="0" destOrd="0" presId="urn:microsoft.com/office/officeart/2005/8/layout/hierarchy1"/>
    <dgm:cxn modelId="{2E1DEA72-E28D-4968-A014-16058D2B2A31}" type="presParOf" srcId="{33BEC8C2-FE32-4787-82B0-F6561DF55F9D}" destId="{14694BF7-936E-4815-980C-7C3F52FE094A}" srcOrd="1" destOrd="0" presId="urn:microsoft.com/office/officeart/2005/8/layout/hierarchy1"/>
    <dgm:cxn modelId="{06862FD1-7657-4F46-AA0D-24D72547A25E}" type="presParOf" srcId="{8EE5763D-D2D5-43F3-A175-2F7A4392D71B}" destId="{61E1CB5A-74D2-42D5-A0FA-FD3299A23385}" srcOrd="1" destOrd="0" presId="urn:microsoft.com/office/officeart/2005/8/layout/hierarchy1"/>
    <dgm:cxn modelId="{E736DDB2-B59C-4E38-A85C-00C5AE3E39E4}" type="presParOf" srcId="{61E1CB5A-74D2-42D5-A0FA-FD3299A23385}" destId="{F3629A09-D76A-4BCA-8742-25C5F3A65147}" srcOrd="0" destOrd="0" presId="urn:microsoft.com/office/officeart/2005/8/layout/hierarchy1"/>
    <dgm:cxn modelId="{A0057C8D-23F1-4568-B3FA-776D624570EB}" type="presParOf" srcId="{61E1CB5A-74D2-42D5-A0FA-FD3299A23385}" destId="{25345AB8-88F4-4F3D-B78F-889809B5B80C}" srcOrd="1" destOrd="0" presId="urn:microsoft.com/office/officeart/2005/8/layout/hierarchy1"/>
    <dgm:cxn modelId="{A3FA8776-AF49-4AB5-9585-1AE00C7455B3}" type="presParOf" srcId="{25345AB8-88F4-4F3D-B78F-889809B5B80C}" destId="{6CCE8236-0203-4CA8-9906-D8A3A90CA8F1}" srcOrd="0" destOrd="0" presId="urn:microsoft.com/office/officeart/2005/8/layout/hierarchy1"/>
    <dgm:cxn modelId="{302D8755-ACC5-4DB8-9C25-DDC0AD95896B}" type="presParOf" srcId="{6CCE8236-0203-4CA8-9906-D8A3A90CA8F1}" destId="{3C5C43CF-A86C-4ADB-BC0C-0607DA090C28}" srcOrd="0" destOrd="0" presId="urn:microsoft.com/office/officeart/2005/8/layout/hierarchy1"/>
    <dgm:cxn modelId="{11510852-21E6-49A9-9D35-427B39D68743}" type="presParOf" srcId="{6CCE8236-0203-4CA8-9906-D8A3A90CA8F1}" destId="{7575091D-C706-44D7-AFAD-5771B2A2E21C}" srcOrd="1" destOrd="0" presId="urn:microsoft.com/office/officeart/2005/8/layout/hierarchy1"/>
    <dgm:cxn modelId="{76D7ABB2-89F2-41D0-9240-98B9CB8F8CE4}" type="presParOf" srcId="{25345AB8-88F4-4F3D-B78F-889809B5B80C}" destId="{937C7957-4D9D-41DC-B81A-1F68CF56412C}" srcOrd="1" destOrd="0" presId="urn:microsoft.com/office/officeart/2005/8/layout/hierarchy1"/>
    <dgm:cxn modelId="{9A60E8C5-F221-4149-9D95-A07BF417687D}" type="presParOf" srcId="{61E1CB5A-74D2-42D5-A0FA-FD3299A23385}" destId="{840BF5FB-CA62-4164-803D-3FD8017B4064}" srcOrd="2" destOrd="0" presId="urn:microsoft.com/office/officeart/2005/8/layout/hierarchy1"/>
    <dgm:cxn modelId="{01687116-70D7-4245-ADAE-49761B6E1F02}" type="presParOf" srcId="{61E1CB5A-74D2-42D5-A0FA-FD3299A23385}" destId="{A6D055F1-50C4-4096-BB62-3A4F76791A89}" srcOrd="3" destOrd="0" presId="urn:microsoft.com/office/officeart/2005/8/layout/hierarchy1"/>
    <dgm:cxn modelId="{C777C279-F623-4237-AF0C-EE3411DD1ED5}" type="presParOf" srcId="{A6D055F1-50C4-4096-BB62-3A4F76791A89}" destId="{2B8B07B9-01F6-4883-9979-685520750225}" srcOrd="0" destOrd="0" presId="urn:microsoft.com/office/officeart/2005/8/layout/hierarchy1"/>
    <dgm:cxn modelId="{10092373-3BA7-4CD4-A7CB-90226999EAD0}" type="presParOf" srcId="{2B8B07B9-01F6-4883-9979-685520750225}" destId="{93B5F6F4-2E88-43DC-AEEB-ED58D786CEFF}" srcOrd="0" destOrd="0" presId="urn:microsoft.com/office/officeart/2005/8/layout/hierarchy1"/>
    <dgm:cxn modelId="{92F8368E-3799-4977-A3E8-B08FEB724034}" type="presParOf" srcId="{2B8B07B9-01F6-4883-9979-685520750225}" destId="{D527D9CF-9A19-4401-A7BC-90C45F77353E}" srcOrd="1" destOrd="0" presId="urn:microsoft.com/office/officeart/2005/8/layout/hierarchy1"/>
    <dgm:cxn modelId="{300A7189-B5DE-4D08-8950-D43E0644EFF2}" type="presParOf" srcId="{A6D055F1-50C4-4096-BB62-3A4F76791A89}" destId="{63892820-8094-43B3-9C79-E52DEAE850C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1D03C00-9C59-4E86-BE17-9B95363B41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F4C1F90-C789-47DE-B8F6-131D9ED20F2B}">
      <dgm:prSet/>
      <dgm:spPr/>
      <dgm:t>
        <a:bodyPr/>
        <a:lstStyle/>
        <a:p>
          <a:r>
            <a:rPr lang="en-US"/>
            <a:t>Easy for humans to read and write.</a:t>
          </a:r>
        </a:p>
      </dgm:t>
    </dgm:pt>
    <dgm:pt modelId="{1A3ED9BB-4463-4069-B113-3E56C01C961A}" type="parTrans" cxnId="{8141B2D6-97AA-4181-BAD5-2DF72FA0BE15}">
      <dgm:prSet/>
      <dgm:spPr/>
      <dgm:t>
        <a:bodyPr/>
        <a:lstStyle/>
        <a:p>
          <a:endParaRPr lang="en-US"/>
        </a:p>
      </dgm:t>
    </dgm:pt>
    <dgm:pt modelId="{CAA221B7-327D-4E6E-B114-33EE28449A77}" type="sibTrans" cxnId="{8141B2D6-97AA-4181-BAD5-2DF72FA0BE15}">
      <dgm:prSet/>
      <dgm:spPr/>
      <dgm:t>
        <a:bodyPr/>
        <a:lstStyle/>
        <a:p>
          <a:endParaRPr lang="en-US"/>
        </a:p>
      </dgm:t>
    </dgm:pt>
    <dgm:pt modelId="{8FE0313B-DEB5-4476-B937-C631CAE01529}">
      <dgm:prSet/>
      <dgm:spPr/>
      <dgm:t>
        <a:bodyPr/>
        <a:lstStyle/>
        <a:p>
          <a:r>
            <a:rPr lang="en-US"/>
            <a:t>Focuses on </a:t>
          </a:r>
          <a:r>
            <a:rPr lang="en-US" b="1"/>
            <a:t>what to do</a:t>
          </a:r>
          <a:r>
            <a:rPr lang="en-US"/>
            <a:t>, not </a:t>
          </a:r>
          <a:r>
            <a:rPr lang="en-US" b="1"/>
            <a:t>how the computer does it</a:t>
          </a:r>
          <a:r>
            <a:rPr lang="en-US"/>
            <a:t>.</a:t>
          </a:r>
        </a:p>
      </dgm:t>
    </dgm:pt>
    <dgm:pt modelId="{33D45D97-A1FC-4157-B262-9987640EB6CF}" type="parTrans" cxnId="{0FED11A1-4758-4D43-88DB-EB4D90996542}">
      <dgm:prSet/>
      <dgm:spPr/>
      <dgm:t>
        <a:bodyPr/>
        <a:lstStyle/>
        <a:p>
          <a:endParaRPr lang="en-US"/>
        </a:p>
      </dgm:t>
    </dgm:pt>
    <dgm:pt modelId="{A3CF0F95-4E73-49CA-BF7A-4CB0881FD154}" type="sibTrans" cxnId="{0FED11A1-4758-4D43-88DB-EB4D90996542}">
      <dgm:prSet/>
      <dgm:spPr/>
      <dgm:t>
        <a:bodyPr/>
        <a:lstStyle/>
        <a:p>
          <a:endParaRPr lang="en-US"/>
        </a:p>
      </dgm:t>
    </dgm:pt>
    <dgm:pt modelId="{E72EA6DC-8E1E-4595-ABA5-9924B10A1585}">
      <dgm:prSet/>
      <dgm:spPr/>
      <dgm:t>
        <a:bodyPr/>
        <a:lstStyle/>
        <a:p>
          <a:r>
            <a:rPr lang="en-US"/>
            <a:t>Works on many types of computers.</a:t>
          </a:r>
        </a:p>
      </dgm:t>
    </dgm:pt>
    <dgm:pt modelId="{8E8CBCCD-C38D-4373-A02B-94D60CA1C593}" type="parTrans" cxnId="{F3E2E0FC-5D3A-41BF-A1B2-58815E96C098}">
      <dgm:prSet/>
      <dgm:spPr/>
      <dgm:t>
        <a:bodyPr/>
        <a:lstStyle/>
        <a:p>
          <a:endParaRPr lang="en-US"/>
        </a:p>
      </dgm:t>
    </dgm:pt>
    <dgm:pt modelId="{34AE5B3E-571A-4106-B8CC-11D0E5A7540C}" type="sibTrans" cxnId="{F3E2E0FC-5D3A-41BF-A1B2-58815E96C098}">
      <dgm:prSet/>
      <dgm:spPr/>
      <dgm:t>
        <a:bodyPr/>
        <a:lstStyle/>
        <a:p>
          <a:endParaRPr lang="en-US"/>
        </a:p>
      </dgm:t>
    </dgm:pt>
    <dgm:pt modelId="{2197F617-351C-422F-8394-FA0B384A8B0A}">
      <dgm:prSet/>
      <dgm:spPr/>
      <dgm:t>
        <a:bodyPr/>
        <a:lstStyle/>
        <a:p>
          <a:r>
            <a:rPr lang="en-US"/>
            <a:t>Great for beginners!</a:t>
          </a:r>
        </a:p>
      </dgm:t>
    </dgm:pt>
    <dgm:pt modelId="{F73C1723-E0FB-45B9-8737-1EE208375D50}" type="parTrans" cxnId="{80D797FC-152B-4150-A230-C4A6EFF7BB36}">
      <dgm:prSet/>
      <dgm:spPr/>
      <dgm:t>
        <a:bodyPr/>
        <a:lstStyle/>
        <a:p>
          <a:endParaRPr lang="en-US"/>
        </a:p>
      </dgm:t>
    </dgm:pt>
    <dgm:pt modelId="{3BB8A5C2-6158-4119-9962-78D9C2FBF619}" type="sibTrans" cxnId="{80D797FC-152B-4150-A230-C4A6EFF7BB36}">
      <dgm:prSet/>
      <dgm:spPr/>
      <dgm:t>
        <a:bodyPr/>
        <a:lstStyle/>
        <a:p>
          <a:endParaRPr lang="en-US"/>
        </a:p>
      </dgm:t>
    </dgm:pt>
    <dgm:pt modelId="{80567EEB-B273-481F-A677-E96517D10B9D}">
      <dgm:prSet/>
      <dgm:spPr/>
      <dgm:t>
        <a:bodyPr/>
        <a:lstStyle/>
        <a:p>
          <a:r>
            <a:rPr lang="en-US"/>
            <a:t>Example: </a:t>
          </a:r>
          <a:r>
            <a:rPr lang="en-US" b="1"/>
            <a:t>Python, Java, JavaScript</a:t>
          </a:r>
          <a:endParaRPr lang="en-US"/>
        </a:p>
      </dgm:t>
    </dgm:pt>
    <dgm:pt modelId="{537E70B7-E7E9-4286-8025-655C5776B61B}" type="parTrans" cxnId="{3E85090D-E654-4E67-A53A-5EE401505CB6}">
      <dgm:prSet/>
      <dgm:spPr/>
      <dgm:t>
        <a:bodyPr/>
        <a:lstStyle/>
        <a:p>
          <a:endParaRPr lang="en-US"/>
        </a:p>
      </dgm:t>
    </dgm:pt>
    <dgm:pt modelId="{A433067F-9BC4-420A-9041-0933161282A2}" type="sibTrans" cxnId="{3E85090D-E654-4E67-A53A-5EE401505CB6}">
      <dgm:prSet/>
      <dgm:spPr/>
      <dgm:t>
        <a:bodyPr/>
        <a:lstStyle/>
        <a:p>
          <a:endParaRPr lang="en-US"/>
        </a:p>
      </dgm:t>
    </dgm:pt>
    <dgm:pt modelId="{61415836-8800-4D19-AB1C-115C9845FF1E}">
      <dgm:prSet/>
      <dgm:spPr/>
      <dgm:t>
        <a:bodyPr/>
        <a:lstStyle/>
        <a:p>
          <a:r>
            <a:rPr lang="en-US"/>
            <a:t>🧩 </a:t>
          </a:r>
          <a:r>
            <a:rPr lang="en-US" i="1"/>
            <a:t>Think of it like speaking in English — the computer translates it for you.</a:t>
          </a:r>
          <a:endParaRPr lang="en-US"/>
        </a:p>
      </dgm:t>
    </dgm:pt>
    <dgm:pt modelId="{D4D8A3DD-3698-4AF9-A475-ABCDCE3A8840}" type="parTrans" cxnId="{63635359-7C97-4135-A612-7F90B97E2D2F}">
      <dgm:prSet/>
      <dgm:spPr/>
      <dgm:t>
        <a:bodyPr/>
        <a:lstStyle/>
        <a:p>
          <a:endParaRPr lang="en-US"/>
        </a:p>
      </dgm:t>
    </dgm:pt>
    <dgm:pt modelId="{287BA956-BA15-48EF-80C1-9A1A813854DE}" type="sibTrans" cxnId="{63635359-7C97-4135-A612-7F90B97E2D2F}">
      <dgm:prSet/>
      <dgm:spPr/>
      <dgm:t>
        <a:bodyPr/>
        <a:lstStyle/>
        <a:p>
          <a:endParaRPr lang="en-US"/>
        </a:p>
      </dgm:t>
    </dgm:pt>
    <dgm:pt modelId="{D4E0D094-A07D-403C-81D6-CFB6E671A81B}" type="pres">
      <dgm:prSet presAssocID="{41D03C00-9C59-4E86-BE17-9B95363B4129}" presName="root" presStyleCnt="0">
        <dgm:presLayoutVars>
          <dgm:dir/>
          <dgm:resizeHandles val="exact"/>
        </dgm:presLayoutVars>
      </dgm:prSet>
      <dgm:spPr/>
    </dgm:pt>
    <dgm:pt modelId="{2AB09FEE-DBE7-4936-91E4-B3D4E446670A}" type="pres">
      <dgm:prSet presAssocID="{AF4C1F90-C789-47DE-B8F6-131D9ED20F2B}" presName="compNode" presStyleCnt="0"/>
      <dgm:spPr/>
    </dgm:pt>
    <dgm:pt modelId="{6375D4E0-B020-41AB-B6C9-461EFC8C5798}" type="pres">
      <dgm:prSet presAssocID="{AF4C1F90-C789-47DE-B8F6-131D9ED20F2B}" presName="bgRect" presStyleLbl="bgShp" presStyleIdx="0" presStyleCnt="6"/>
      <dgm:spPr/>
    </dgm:pt>
    <dgm:pt modelId="{DEAA6511-676E-4454-9BD0-ED9E0597DEE2}" type="pres">
      <dgm:prSet presAssocID="{AF4C1F90-C789-47DE-B8F6-131D9ED20F2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Book"/>
        </a:ext>
      </dgm:extLst>
    </dgm:pt>
    <dgm:pt modelId="{0FD29DDC-CFEA-4408-A380-6093255A7F94}" type="pres">
      <dgm:prSet presAssocID="{AF4C1F90-C789-47DE-B8F6-131D9ED20F2B}" presName="spaceRect" presStyleCnt="0"/>
      <dgm:spPr/>
    </dgm:pt>
    <dgm:pt modelId="{A05996C4-63EE-4532-8CD2-2B42C9E352F4}" type="pres">
      <dgm:prSet presAssocID="{AF4C1F90-C789-47DE-B8F6-131D9ED20F2B}" presName="parTx" presStyleLbl="revTx" presStyleIdx="0" presStyleCnt="6">
        <dgm:presLayoutVars>
          <dgm:chMax val="0"/>
          <dgm:chPref val="0"/>
        </dgm:presLayoutVars>
      </dgm:prSet>
      <dgm:spPr/>
    </dgm:pt>
    <dgm:pt modelId="{BB35A473-F215-4E41-8602-49E0956BEA3A}" type="pres">
      <dgm:prSet presAssocID="{CAA221B7-327D-4E6E-B114-33EE28449A77}" presName="sibTrans" presStyleCnt="0"/>
      <dgm:spPr/>
    </dgm:pt>
    <dgm:pt modelId="{C87C62CB-7E3C-4F1F-85DA-1BCD75B3A769}" type="pres">
      <dgm:prSet presAssocID="{8FE0313B-DEB5-4476-B937-C631CAE01529}" presName="compNode" presStyleCnt="0"/>
      <dgm:spPr/>
    </dgm:pt>
    <dgm:pt modelId="{E05FE686-4F5E-477E-9AB7-B8609879B000}" type="pres">
      <dgm:prSet presAssocID="{8FE0313B-DEB5-4476-B937-C631CAE01529}" presName="bgRect" presStyleLbl="bgShp" presStyleIdx="1" presStyleCnt="6"/>
      <dgm:spPr/>
    </dgm:pt>
    <dgm:pt modelId="{BFA6E099-2162-4410-8F24-71AC8B0B3923}" type="pres">
      <dgm:prSet presAssocID="{8FE0313B-DEB5-4476-B937-C631CAE0152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68C45ED-830E-4DCE-9EB9-5B2E3EE83FA5}" type="pres">
      <dgm:prSet presAssocID="{8FE0313B-DEB5-4476-B937-C631CAE01529}" presName="spaceRect" presStyleCnt="0"/>
      <dgm:spPr/>
    </dgm:pt>
    <dgm:pt modelId="{D489759E-59ED-4D35-9758-364F73052189}" type="pres">
      <dgm:prSet presAssocID="{8FE0313B-DEB5-4476-B937-C631CAE01529}" presName="parTx" presStyleLbl="revTx" presStyleIdx="1" presStyleCnt="6">
        <dgm:presLayoutVars>
          <dgm:chMax val="0"/>
          <dgm:chPref val="0"/>
        </dgm:presLayoutVars>
      </dgm:prSet>
      <dgm:spPr/>
    </dgm:pt>
    <dgm:pt modelId="{AC1B4D00-39CE-4CFC-898B-D55996C87E05}" type="pres">
      <dgm:prSet presAssocID="{A3CF0F95-4E73-49CA-BF7A-4CB0881FD154}" presName="sibTrans" presStyleCnt="0"/>
      <dgm:spPr/>
    </dgm:pt>
    <dgm:pt modelId="{A6AC3FAC-D0ED-46C5-BA0E-4A18DEDC81D9}" type="pres">
      <dgm:prSet presAssocID="{E72EA6DC-8E1E-4595-ABA5-9924B10A1585}" presName="compNode" presStyleCnt="0"/>
      <dgm:spPr/>
    </dgm:pt>
    <dgm:pt modelId="{1A2F667F-6705-428E-AD10-016FF4006898}" type="pres">
      <dgm:prSet presAssocID="{E72EA6DC-8E1E-4595-ABA5-9924B10A1585}" presName="bgRect" presStyleLbl="bgShp" presStyleIdx="2" presStyleCnt="6"/>
      <dgm:spPr/>
    </dgm:pt>
    <dgm:pt modelId="{EBE6A020-2C4D-438E-AA8B-49BA16146566}" type="pres">
      <dgm:prSet presAssocID="{E72EA6DC-8E1E-4595-ABA5-9924B10A158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F4302C4E-B1A4-4C27-BD57-1D51BE6C1712}" type="pres">
      <dgm:prSet presAssocID="{E72EA6DC-8E1E-4595-ABA5-9924B10A1585}" presName="spaceRect" presStyleCnt="0"/>
      <dgm:spPr/>
    </dgm:pt>
    <dgm:pt modelId="{D68E4B33-245E-417B-863D-42C0AD05EF06}" type="pres">
      <dgm:prSet presAssocID="{E72EA6DC-8E1E-4595-ABA5-9924B10A1585}" presName="parTx" presStyleLbl="revTx" presStyleIdx="2" presStyleCnt="6">
        <dgm:presLayoutVars>
          <dgm:chMax val="0"/>
          <dgm:chPref val="0"/>
        </dgm:presLayoutVars>
      </dgm:prSet>
      <dgm:spPr/>
    </dgm:pt>
    <dgm:pt modelId="{84164D4C-3C1A-466B-8337-9D37469023FB}" type="pres">
      <dgm:prSet presAssocID="{34AE5B3E-571A-4106-B8CC-11D0E5A7540C}" presName="sibTrans" presStyleCnt="0"/>
      <dgm:spPr/>
    </dgm:pt>
    <dgm:pt modelId="{AFC1FE23-22E6-44D7-8F37-2F365BA04406}" type="pres">
      <dgm:prSet presAssocID="{2197F617-351C-422F-8394-FA0B384A8B0A}" presName="compNode" presStyleCnt="0"/>
      <dgm:spPr/>
    </dgm:pt>
    <dgm:pt modelId="{7D51F738-BDA8-4C09-9C4D-461FCB086B22}" type="pres">
      <dgm:prSet presAssocID="{2197F617-351C-422F-8394-FA0B384A8B0A}" presName="bgRect" presStyleLbl="bgShp" presStyleIdx="3" presStyleCnt="6"/>
      <dgm:spPr/>
    </dgm:pt>
    <dgm:pt modelId="{3878BDD6-FF65-4CFE-BD76-A7831D6BC1FE}" type="pres">
      <dgm:prSet presAssocID="{2197F617-351C-422F-8394-FA0B384A8B0A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w blade"/>
        </a:ext>
      </dgm:extLst>
    </dgm:pt>
    <dgm:pt modelId="{B24675AC-7DA6-4FF0-BA89-6D53B205772D}" type="pres">
      <dgm:prSet presAssocID="{2197F617-351C-422F-8394-FA0B384A8B0A}" presName="spaceRect" presStyleCnt="0"/>
      <dgm:spPr/>
    </dgm:pt>
    <dgm:pt modelId="{A841E857-BF19-4350-BE49-F95F7FD4952F}" type="pres">
      <dgm:prSet presAssocID="{2197F617-351C-422F-8394-FA0B384A8B0A}" presName="parTx" presStyleLbl="revTx" presStyleIdx="3" presStyleCnt="6">
        <dgm:presLayoutVars>
          <dgm:chMax val="0"/>
          <dgm:chPref val="0"/>
        </dgm:presLayoutVars>
      </dgm:prSet>
      <dgm:spPr/>
    </dgm:pt>
    <dgm:pt modelId="{5A20DF16-8151-4540-86FA-6782F22382AB}" type="pres">
      <dgm:prSet presAssocID="{3BB8A5C2-6158-4119-9962-78D9C2FBF619}" presName="sibTrans" presStyleCnt="0"/>
      <dgm:spPr/>
    </dgm:pt>
    <dgm:pt modelId="{EB30559F-3C82-43B0-BFAA-FB8FFD4E9683}" type="pres">
      <dgm:prSet presAssocID="{80567EEB-B273-481F-A677-E96517D10B9D}" presName="compNode" presStyleCnt="0"/>
      <dgm:spPr/>
    </dgm:pt>
    <dgm:pt modelId="{57D21E68-E8BD-4B6D-94BF-F53350ACD7F3}" type="pres">
      <dgm:prSet presAssocID="{80567EEB-B273-481F-A677-E96517D10B9D}" presName="bgRect" presStyleLbl="bgShp" presStyleIdx="4" presStyleCnt="6"/>
      <dgm:spPr/>
    </dgm:pt>
    <dgm:pt modelId="{E9BD8AB2-2F34-4064-9AF9-76DF2180D284}" type="pres">
      <dgm:prSet presAssocID="{80567EEB-B273-481F-A677-E96517D10B9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BF3ECFB-546A-4A97-8020-FF2C87CF4213}" type="pres">
      <dgm:prSet presAssocID="{80567EEB-B273-481F-A677-E96517D10B9D}" presName="spaceRect" presStyleCnt="0"/>
      <dgm:spPr/>
    </dgm:pt>
    <dgm:pt modelId="{2DC93CEB-C665-4FD4-8A96-05E47C89CCA1}" type="pres">
      <dgm:prSet presAssocID="{80567EEB-B273-481F-A677-E96517D10B9D}" presName="parTx" presStyleLbl="revTx" presStyleIdx="4" presStyleCnt="6">
        <dgm:presLayoutVars>
          <dgm:chMax val="0"/>
          <dgm:chPref val="0"/>
        </dgm:presLayoutVars>
      </dgm:prSet>
      <dgm:spPr/>
    </dgm:pt>
    <dgm:pt modelId="{6104A840-163E-4964-8CC2-5F3B57C7D300}" type="pres">
      <dgm:prSet presAssocID="{A433067F-9BC4-420A-9041-0933161282A2}" presName="sibTrans" presStyleCnt="0"/>
      <dgm:spPr/>
    </dgm:pt>
    <dgm:pt modelId="{92677371-B1F2-475D-B993-2A9C28F28FF2}" type="pres">
      <dgm:prSet presAssocID="{61415836-8800-4D19-AB1C-115C9845FF1E}" presName="compNode" presStyleCnt="0"/>
      <dgm:spPr/>
    </dgm:pt>
    <dgm:pt modelId="{69E9EBE3-6D5D-4502-8512-EBC2D931B88E}" type="pres">
      <dgm:prSet presAssocID="{61415836-8800-4D19-AB1C-115C9845FF1E}" presName="bgRect" presStyleLbl="bgShp" presStyleIdx="5" presStyleCnt="6"/>
      <dgm:spPr/>
    </dgm:pt>
    <dgm:pt modelId="{1BAB21EA-C42A-42AF-B5C5-04E52209F280}" type="pres">
      <dgm:prSet presAssocID="{61415836-8800-4D19-AB1C-115C9845FF1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ngue"/>
        </a:ext>
      </dgm:extLst>
    </dgm:pt>
    <dgm:pt modelId="{D20F081E-213B-4096-9597-E56184F004F1}" type="pres">
      <dgm:prSet presAssocID="{61415836-8800-4D19-AB1C-115C9845FF1E}" presName="spaceRect" presStyleCnt="0"/>
      <dgm:spPr/>
    </dgm:pt>
    <dgm:pt modelId="{37112673-1453-482A-8234-6B6AE0E8B317}" type="pres">
      <dgm:prSet presAssocID="{61415836-8800-4D19-AB1C-115C9845FF1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3E85090D-E654-4E67-A53A-5EE401505CB6}" srcId="{41D03C00-9C59-4E86-BE17-9B95363B4129}" destId="{80567EEB-B273-481F-A677-E96517D10B9D}" srcOrd="4" destOrd="0" parTransId="{537E70B7-E7E9-4286-8025-655C5776B61B}" sibTransId="{A433067F-9BC4-420A-9041-0933161282A2}"/>
    <dgm:cxn modelId="{6CD7C45F-4677-442D-BA7F-5455AB567A62}" type="presOf" srcId="{41D03C00-9C59-4E86-BE17-9B95363B4129}" destId="{D4E0D094-A07D-403C-81D6-CFB6E671A81B}" srcOrd="0" destOrd="0" presId="urn:microsoft.com/office/officeart/2018/2/layout/IconVerticalSolidList"/>
    <dgm:cxn modelId="{323F3967-9EA6-464D-AE2C-A312121FFC32}" type="presOf" srcId="{2197F617-351C-422F-8394-FA0B384A8B0A}" destId="{A841E857-BF19-4350-BE49-F95F7FD4952F}" srcOrd="0" destOrd="0" presId="urn:microsoft.com/office/officeart/2018/2/layout/IconVerticalSolidList"/>
    <dgm:cxn modelId="{EE1AE273-1AC9-4B28-8818-713F8A7D2446}" type="presOf" srcId="{61415836-8800-4D19-AB1C-115C9845FF1E}" destId="{37112673-1453-482A-8234-6B6AE0E8B317}" srcOrd="0" destOrd="0" presId="urn:microsoft.com/office/officeart/2018/2/layout/IconVerticalSolidList"/>
    <dgm:cxn modelId="{63635359-7C97-4135-A612-7F90B97E2D2F}" srcId="{41D03C00-9C59-4E86-BE17-9B95363B4129}" destId="{61415836-8800-4D19-AB1C-115C9845FF1E}" srcOrd="5" destOrd="0" parTransId="{D4D8A3DD-3698-4AF9-A475-ABCDCE3A8840}" sibTransId="{287BA956-BA15-48EF-80C1-9A1A813854DE}"/>
    <dgm:cxn modelId="{ABE4467F-8D67-4331-A592-C91733F70E03}" type="presOf" srcId="{AF4C1F90-C789-47DE-B8F6-131D9ED20F2B}" destId="{A05996C4-63EE-4532-8CD2-2B42C9E352F4}" srcOrd="0" destOrd="0" presId="urn:microsoft.com/office/officeart/2018/2/layout/IconVerticalSolidList"/>
    <dgm:cxn modelId="{8CE8EA9F-7F11-41EC-ADF6-37A5628ABA9E}" type="presOf" srcId="{80567EEB-B273-481F-A677-E96517D10B9D}" destId="{2DC93CEB-C665-4FD4-8A96-05E47C89CCA1}" srcOrd="0" destOrd="0" presId="urn:microsoft.com/office/officeart/2018/2/layout/IconVerticalSolidList"/>
    <dgm:cxn modelId="{0FED11A1-4758-4D43-88DB-EB4D90996542}" srcId="{41D03C00-9C59-4E86-BE17-9B95363B4129}" destId="{8FE0313B-DEB5-4476-B937-C631CAE01529}" srcOrd="1" destOrd="0" parTransId="{33D45D97-A1FC-4157-B262-9987640EB6CF}" sibTransId="{A3CF0F95-4E73-49CA-BF7A-4CB0881FD154}"/>
    <dgm:cxn modelId="{5AF193B0-DEAC-4A3C-B14B-4E6683490862}" type="presOf" srcId="{8FE0313B-DEB5-4476-B937-C631CAE01529}" destId="{D489759E-59ED-4D35-9758-364F73052189}" srcOrd="0" destOrd="0" presId="urn:microsoft.com/office/officeart/2018/2/layout/IconVerticalSolidList"/>
    <dgm:cxn modelId="{8141B2D6-97AA-4181-BAD5-2DF72FA0BE15}" srcId="{41D03C00-9C59-4E86-BE17-9B95363B4129}" destId="{AF4C1F90-C789-47DE-B8F6-131D9ED20F2B}" srcOrd="0" destOrd="0" parTransId="{1A3ED9BB-4463-4069-B113-3E56C01C961A}" sibTransId="{CAA221B7-327D-4E6E-B114-33EE28449A77}"/>
    <dgm:cxn modelId="{1D9F7ADD-37FD-4C00-B49E-6D85352ED6CC}" type="presOf" srcId="{E72EA6DC-8E1E-4595-ABA5-9924B10A1585}" destId="{D68E4B33-245E-417B-863D-42C0AD05EF06}" srcOrd="0" destOrd="0" presId="urn:microsoft.com/office/officeart/2018/2/layout/IconVerticalSolidList"/>
    <dgm:cxn modelId="{80D797FC-152B-4150-A230-C4A6EFF7BB36}" srcId="{41D03C00-9C59-4E86-BE17-9B95363B4129}" destId="{2197F617-351C-422F-8394-FA0B384A8B0A}" srcOrd="3" destOrd="0" parTransId="{F73C1723-E0FB-45B9-8737-1EE208375D50}" sibTransId="{3BB8A5C2-6158-4119-9962-78D9C2FBF619}"/>
    <dgm:cxn modelId="{F3E2E0FC-5D3A-41BF-A1B2-58815E96C098}" srcId="{41D03C00-9C59-4E86-BE17-9B95363B4129}" destId="{E72EA6DC-8E1E-4595-ABA5-9924B10A1585}" srcOrd="2" destOrd="0" parTransId="{8E8CBCCD-C38D-4373-A02B-94D60CA1C593}" sibTransId="{34AE5B3E-571A-4106-B8CC-11D0E5A7540C}"/>
    <dgm:cxn modelId="{35F27D62-CC9E-4084-B3BE-A62D01001779}" type="presParOf" srcId="{D4E0D094-A07D-403C-81D6-CFB6E671A81B}" destId="{2AB09FEE-DBE7-4936-91E4-B3D4E446670A}" srcOrd="0" destOrd="0" presId="urn:microsoft.com/office/officeart/2018/2/layout/IconVerticalSolidList"/>
    <dgm:cxn modelId="{16A31891-7510-4F9E-AAFA-14616B8D0947}" type="presParOf" srcId="{2AB09FEE-DBE7-4936-91E4-B3D4E446670A}" destId="{6375D4E0-B020-41AB-B6C9-461EFC8C5798}" srcOrd="0" destOrd="0" presId="urn:microsoft.com/office/officeart/2018/2/layout/IconVerticalSolidList"/>
    <dgm:cxn modelId="{692F5BB7-64F9-4C49-A1A9-CA976EE0A50C}" type="presParOf" srcId="{2AB09FEE-DBE7-4936-91E4-B3D4E446670A}" destId="{DEAA6511-676E-4454-9BD0-ED9E0597DEE2}" srcOrd="1" destOrd="0" presId="urn:microsoft.com/office/officeart/2018/2/layout/IconVerticalSolidList"/>
    <dgm:cxn modelId="{A77E5603-0C8C-4CF4-9D34-FF4308A86204}" type="presParOf" srcId="{2AB09FEE-DBE7-4936-91E4-B3D4E446670A}" destId="{0FD29DDC-CFEA-4408-A380-6093255A7F94}" srcOrd="2" destOrd="0" presId="urn:microsoft.com/office/officeart/2018/2/layout/IconVerticalSolidList"/>
    <dgm:cxn modelId="{78E6ABC2-769A-4577-89E2-08BB5A67790F}" type="presParOf" srcId="{2AB09FEE-DBE7-4936-91E4-B3D4E446670A}" destId="{A05996C4-63EE-4532-8CD2-2B42C9E352F4}" srcOrd="3" destOrd="0" presId="urn:microsoft.com/office/officeart/2018/2/layout/IconVerticalSolidList"/>
    <dgm:cxn modelId="{7FD5AB10-3332-41D9-899E-DE539F24800F}" type="presParOf" srcId="{D4E0D094-A07D-403C-81D6-CFB6E671A81B}" destId="{BB35A473-F215-4E41-8602-49E0956BEA3A}" srcOrd="1" destOrd="0" presId="urn:microsoft.com/office/officeart/2018/2/layout/IconVerticalSolidList"/>
    <dgm:cxn modelId="{C4DF534C-4347-4C30-8B1A-DAE2AEE26576}" type="presParOf" srcId="{D4E0D094-A07D-403C-81D6-CFB6E671A81B}" destId="{C87C62CB-7E3C-4F1F-85DA-1BCD75B3A769}" srcOrd="2" destOrd="0" presId="urn:microsoft.com/office/officeart/2018/2/layout/IconVerticalSolidList"/>
    <dgm:cxn modelId="{9CC6658E-A8B9-4FEE-9B20-3FBD2027FFA2}" type="presParOf" srcId="{C87C62CB-7E3C-4F1F-85DA-1BCD75B3A769}" destId="{E05FE686-4F5E-477E-9AB7-B8609879B000}" srcOrd="0" destOrd="0" presId="urn:microsoft.com/office/officeart/2018/2/layout/IconVerticalSolidList"/>
    <dgm:cxn modelId="{01FAC078-B941-47E1-9D9C-D3AB41BCB68C}" type="presParOf" srcId="{C87C62CB-7E3C-4F1F-85DA-1BCD75B3A769}" destId="{BFA6E099-2162-4410-8F24-71AC8B0B3923}" srcOrd="1" destOrd="0" presId="urn:microsoft.com/office/officeart/2018/2/layout/IconVerticalSolidList"/>
    <dgm:cxn modelId="{38FC4DB0-7D98-4938-A437-704E45E2766A}" type="presParOf" srcId="{C87C62CB-7E3C-4F1F-85DA-1BCD75B3A769}" destId="{868C45ED-830E-4DCE-9EB9-5B2E3EE83FA5}" srcOrd="2" destOrd="0" presId="urn:microsoft.com/office/officeart/2018/2/layout/IconVerticalSolidList"/>
    <dgm:cxn modelId="{DA643623-9B0E-4616-999D-D56B204C17D1}" type="presParOf" srcId="{C87C62CB-7E3C-4F1F-85DA-1BCD75B3A769}" destId="{D489759E-59ED-4D35-9758-364F73052189}" srcOrd="3" destOrd="0" presId="urn:microsoft.com/office/officeart/2018/2/layout/IconVerticalSolidList"/>
    <dgm:cxn modelId="{0A2B7A96-C1D3-4473-A7F0-6481C25F4409}" type="presParOf" srcId="{D4E0D094-A07D-403C-81D6-CFB6E671A81B}" destId="{AC1B4D00-39CE-4CFC-898B-D55996C87E05}" srcOrd="3" destOrd="0" presId="urn:microsoft.com/office/officeart/2018/2/layout/IconVerticalSolidList"/>
    <dgm:cxn modelId="{3B867A91-77A9-480D-BB80-359522F16A81}" type="presParOf" srcId="{D4E0D094-A07D-403C-81D6-CFB6E671A81B}" destId="{A6AC3FAC-D0ED-46C5-BA0E-4A18DEDC81D9}" srcOrd="4" destOrd="0" presId="urn:microsoft.com/office/officeart/2018/2/layout/IconVerticalSolidList"/>
    <dgm:cxn modelId="{C46CB9BF-B4A4-41E6-BF99-B00E1B3F1D6A}" type="presParOf" srcId="{A6AC3FAC-D0ED-46C5-BA0E-4A18DEDC81D9}" destId="{1A2F667F-6705-428E-AD10-016FF4006898}" srcOrd="0" destOrd="0" presId="urn:microsoft.com/office/officeart/2018/2/layout/IconVerticalSolidList"/>
    <dgm:cxn modelId="{5563066C-C377-4D87-BCB9-0203DE5D1788}" type="presParOf" srcId="{A6AC3FAC-D0ED-46C5-BA0E-4A18DEDC81D9}" destId="{EBE6A020-2C4D-438E-AA8B-49BA16146566}" srcOrd="1" destOrd="0" presId="urn:microsoft.com/office/officeart/2018/2/layout/IconVerticalSolidList"/>
    <dgm:cxn modelId="{BEB71295-3CF1-47BB-B326-AA6106F7CF0A}" type="presParOf" srcId="{A6AC3FAC-D0ED-46C5-BA0E-4A18DEDC81D9}" destId="{F4302C4E-B1A4-4C27-BD57-1D51BE6C1712}" srcOrd="2" destOrd="0" presId="urn:microsoft.com/office/officeart/2018/2/layout/IconVerticalSolidList"/>
    <dgm:cxn modelId="{6936B0BB-F4BA-45BD-AB2A-1C4EC5186A25}" type="presParOf" srcId="{A6AC3FAC-D0ED-46C5-BA0E-4A18DEDC81D9}" destId="{D68E4B33-245E-417B-863D-42C0AD05EF06}" srcOrd="3" destOrd="0" presId="urn:microsoft.com/office/officeart/2018/2/layout/IconVerticalSolidList"/>
    <dgm:cxn modelId="{56DB1514-BFAD-4AD2-85F8-0DDB98379C4D}" type="presParOf" srcId="{D4E0D094-A07D-403C-81D6-CFB6E671A81B}" destId="{84164D4C-3C1A-466B-8337-9D37469023FB}" srcOrd="5" destOrd="0" presId="urn:microsoft.com/office/officeart/2018/2/layout/IconVerticalSolidList"/>
    <dgm:cxn modelId="{EEFE8FE7-7DD8-43CA-913D-1EF1697F3B52}" type="presParOf" srcId="{D4E0D094-A07D-403C-81D6-CFB6E671A81B}" destId="{AFC1FE23-22E6-44D7-8F37-2F365BA04406}" srcOrd="6" destOrd="0" presId="urn:microsoft.com/office/officeart/2018/2/layout/IconVerticalSolidList"/>
    <dgm:cxn modelId="{E68F2CA0-CE1C-4ECB-8B75-21386D1264AA}" type="presParOf" srcId="{AFC1FE23-22E6-44D7-8F37-2F365BA04406}" destId="{7D51F738-BDA8-4C09-9C4D-461FCB086B22}" srcOrd="0" destOrd="0" presId="urn:microsoft.com/office/officeart/2018/2/layout/IconVerticalSolidList"/>
    <dgm:cxn modelId="{29BC1050-8F7F-4B57-8591-97965AC96687}" type="presParOf" srcId="{AFC1FE23-22E6-44D7-8F37-2F365BA04406}" destId="{3878BDD6-FF65-4CFE-BD76-A7831D6BC1FE}" srcOrd="1" destOrd="0" presId="urn:microsoft.com/office/officeart/2018/2/layout/IconVerticalSolidList"/>
    <dgm:cxn modelId="{83CB7870-0FCC-4901-B152-FC539E3FA7D8}" type="presParOf" srcId="{AFC1FE23-22E6-44D7-8F37-2F365BA04406}" destId="{B24675AC-7DA6-4FF0-BA89-6D53B205772D}" srcOrd="2" destOrd="0" presId="urn:microsoft.com/office/officeart/2018/2/layout/IconVerticalSolidList"/>
    <dgm:cxn modelId="{255DF1B9-4889-446C-B1C6-17B24DA065C2}" type="presParOf" srcId="{AFC1FE23-22E6-44D7-8F37-2F365BA04406}" destId="{A841E857-BF19-4350-BE49-F95F7FD4952F}" srcOrd="3" destOrd="0" presId="urn:microsoft.com/office/officeart/2018/2/layout/IconVerticalSolidList"/>
    <dgm:cxn modelId="{C532F482-7577-4698-AE4E-F023FC519CF7}" type="presParOf" srcId="{D4E0D094-A07D-403C-81D6-CFB6E671A81B}" destId="{5A20DF16-8151-4540-86FA-6782F22382AB}" srcOrd="7" destOrd="0" presId="urn:microsoft.com/office/officeart/2018/2/layout/IconVerticalSolidList"/>
    <dgm:cxn modelId="{C7725041-8F71-4B21-9F87-DE256C23A8F5}" type="presParOf" srcId="{D4E0D094-A07D-403C-81D6-CFB6E671A81B}" destId="{EB30559F-3C82-43B0-BFAA-FB8FFD4E9683}" srcOrd="8" destOrd="0" presId="urn:microsoft.com/office/officeart/2018/2/layout/IconVerticalSolidList"/>
    <dgm:cxn modelId="{3DF1E36C-032C-4E7C-A0EB-8B121E140FD2}" type="presParOf" srcId="{EB30559F-3C82-43B0-BFAA-FB8FFD4E9683}" destId="{57D21E68-E8BD-4B6D-94BF-F53350ACD7F3}" srcOrd="0" destOrd="0" presId="urn:microsoft.com/office/officeart/2018/2/layout/IconVerticalSolidList"/>
    <dgm:cxn modelId="{E096886C-2CFB-4370-8ADD-3CA46B41A3C4}" type="presParOf" srcId="{EB30559F-3C82-43B0-BFAA-FB8FFD4E9683}" destId="{E9BD8AB2-2F34-4064-9AF9-76DF2180D284}" srcOrd="1" destOrd="0" presId="urn:microsoft.com/office/officeart/2018/2/layout/IconVerticalSolidList"/>
    <dgm:cxn modelId="{B3A2E54A-DAC6-4B64-90B1-7314C3FE6A45}" type="presParOf" srcId="{EB30559F-3C82-43B0-BFAA-FB8FFD4E9683}" destId="{ABF3ECFB-546A-4A97-8020-FF2C87CF4213}" srcOrd="2" destOrd="0" presId="urn:microsoft.com/office/officeart/2018/2/layout/IconVerticalSolidList"/>
    <dgm:cxn modelId="{4CC26492-CE51-4890-B001-E11A4C4A6274}" type="presParOf" srcId="{EB30559F-3C82-43B0-BFAA-FB8FFD4E9683}" destId="{2DC93CEB-C665-4FD4-8A96-05E47C89CCA1}" srcOrd="3" destOrd="0" presId="urn:microsoft.com/office/officeart/2018/2/layout/IconVerticalSolidList"/>
    <dgm:cxn modelId="{197F1D7A-34D5-4FDB-B840-82A7016366DE}" type="presParOf" srcId="{D4E0D094-A07D-403C-81D6-CFB6E671A81B}" destId="{6104A840-163E-4964-8CC2-5F3B57C7D300}" srcOrd="9" destOrd="0" presId="urn:microsoft.com/office/officeart/2018/2/layout/IconVerticalSolidList"/>
    <dgm:cxn modelId="{4CF50BD8-203B-47FA-ACE0-88F8B1229761}" type="presParOf" srcId="{D4E0D094-A07D-403C-81D6-CFB6E671A81B}" destId="{92677371-B1F2-475D-B993-2A9C28F28FF2}" srcOrd="10" destOrd="0" presId="urn:microsoft.com/office/officeart/2018/2/layout/IconVerticalSolidList"/>
    <dgm:cxn modelId="{4191BEDC-9DE8-484B-9C35-3A056C5AA9E8}" type="presParOf" srcId="{92677371-B1F2-475D-B993-2A9C28F28FF2}" destId="{69E9EBE3-6D5D-4502-8512-EBC2D931B88E}" srcOrd="0" destOrd="0" presId="urn:microsoft.com/office/officeart/2018/2/layout/IconVerticalSolidList"/>
    <dgm:cxn modelId="{249B5D93-DB23-43AE-832D-B1D93F4EC366}" type="presParOf" srcId="{92677371-B1F2-475D-B993-2A9C28F28FF2}" destId="{1BAB21EA-C42A-42AF-B5C5-04E52209F280}" srcOrd="1" destOrd="0" presId="urn:microsoft.com/office/officeart/2018/2/layout/IconVerticalSolidList"/>
    <dgm:cxn modelId="{4DAF6F34-E024-45CB-AEFA-EC05CE3E1B83}" type="presParOf" srcId="{92677371-B1F2-475D-B993-2A9C28F28FF2}" destId="{D20F081E-213B-4096-9597-E56184F004F1}" srcOrd="2" destOrd="0" presId="urn:microsoft.com/office/officeart/2018/2/layout/IconVerticalSolidList"/>
    <dgm:cxn modelId="{4DFBEAD9-3244-4954-A45D-3A5A6433DBF8}" type="presParOf" srcId="{92677371-B1F2-475D-B993-2A9C28F28FF2}" destId="{37112673-1453-482A-8234-6B6AE0E8B31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B868FE8-A8F4-4AED-BC13-3750CBB2933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948846A-132A-4AB1-BB5F-A0C4C19E359E}">
      <dgm:prSet/>
      <dgm:spPr/>
      <dgm:t>
        <a:bodyPr/>
        <a:lstStyle/>
        <a:p>
          <a:r>
            <a:rPr lang="en-US"/>
            <a:t>Talks </a:t>
          </a:r>
          <a:r>
            <a:rPr lang="en-US" b="1"/>
            <a:t>directly to the computer’s brain (hardware)</a:t>
          </a:r>
          <a:r>
            <a:rPr lang="en-US"/>
            <a:t>.</a:t>
          </a:r>
        </a:p>
      </dgm:t>
    </dgm:pt>
    <dgm:pt modelId="{D5296D3F-AB8F-4BF0-BB31-F9E06ADF2D6A}" type="parTrans" cxnId="{A5F84713-5F51-427C-A7D9-88A34E7E4A4A}">
      <dgm:prSet/>
      <dgm:spPr/>
      <dgm:t>
        <a:bodyPr/>
        <a:lstStyle/>
        <a:p>
          <a:endParaRPr lang="en-US"/>
        </a:p>
      </dgm:t>
    </dgm:pt>
    <dgm:pt modelId="{86D2961C-414F-4EBC-BACA-FD0964E17E69}" type="sibTrans" cxnId="{A5F84713-5F51-427C-A7D9-88A34E7E4A4A}">
      <dgm:prSet/>
      <dgm:spPr/>
      <dgm:t>
        <a:bodyPr/>
        <a:lstStyle/>
        <a:p>
          <a:endParaRPr lang="en-US"/>
        </a:p>
      </dgm:t>
    </dgm:pt>
    <dgm:pt modelId="{83215946-E1B1-4FD2-A1F4-07E38395023C}">
      <dgm:prSet/>
      <dgm:spPr/>
      <dgm:t>
        <a:bodyPr/>
        <a:lstStyle/>
        <a:p>
          <a:r>
            <a:rPr lang="en-US"/>
            <a:t>Harder for humans to understand.</a:t>
          </a:r>
        </a:p>
      </dgm:t>
    </dgm:pt>
    <dgm:pt modelId="{1BB9B313-33F5-459B-8A47-E51344CFC3E6}" type="parTrans" cxnId="{DC6E0520-2116-485E-BD59-7893D4BBCF41}">
      <dgm:prSet/>
      <dgm:spPr/>
      <dgm:t>
        <a:bodyPr/>
        <a:lstStyle/>
        <a:p>
          <a:endParaRPr lang="en-US"/>
        </a:p>
      </dgm:t>
    </dgm:pt>
    <dgm:pt modelId="{C149B091-DB4C-468B-A536-B344C0E3694E}" type="sibTrans" cxnId="{DC6E0520-2116-485E-BD59-7893D4BBCF41}">
      <dgm:prSet/>
      <dgm:spPr/>
      <dgm:t>
        <a:bodyPr/>
        <a:lstStyle/>
        <a:p>
          <a:endParaRPr lang="en-US"/>
        </a:p>
      </dgm:t>
    </dgm:pt>
    <dgm:pt modelId="{0890AE33-B7E5-45F6-ACB3-DDB460942CA9}">
      <dgm:prSet/>
      <dgm:spPr/>
      <dgm:t>
        <a:bodyPr/>
        <a:lstStyle/>
        <a:p>
          <a:r>
            <a:rPr lang="en-US"/>
            <a:t>Focuses on </a:t>
          </a:r>
          <a:r>
            <a:rPr lang="en-US" b="1"/>
            <a:t>how things work inside the computer</a:t>
          </a:r>
          <a:r>
            <a:rPr lang="en-US"/>
            <a:t>.</a:t>
          </a:r>
        </a:p>
      </dgm:t>
    </dgm:pt>
    <dgm:pt modelId="{A992DE82-9792-49C4-8A3B-6712E2F00F81}" type="parTrans" cxnId="{134C5AA3-E2F9-4219-B95E-C3DB356D23C5}">
      <dgm:prSet/>
      <dgm:spPr/>
      <dgm:t>
        <a:bodyPr/>
        <a:lstStyle/>
        <a:p>
          <a:endParaRPr lang="en-US"/>
        </a:p>
      </dgm:t>
    </dgm:pt>
    <dgm:pt modelId="{9ACF8C87-9246-49F8-B865-0FC2C9B21712}" type="sibTrans" cxnId="{134C5AA3-E2F9-4219-B95E-C3DB356D23C5}">
      <dgm:prSet/>
      <dgm:spPr/>
      <dgm:t>
        <a:bodyPr/>
        <a:lstStyle/>
        <a:p>
          <a:endParaRPr lang="en-US"/>
        </a:p>
      </dgm:t>
    </dgm:pt>
    <dgm:pt modelId="{0C76822B-4D09-4E96-8F9C-76A93011930A}">
      <dgm:prSet/>
      <dgm:spPr/>
      <dgm:t>
        <a:bodyPr/>
        <a:lstStyle/>
        <a:p>
          <a:r>
            <a:rPr lang="en-US"/>
            <a:t>Used when you need the program to be super fast.</a:t>
          </a:r>
        </a:p>
      </dgm:t>
    </dgm:pt>
    <dgm:pt modelId="{E6B2961F-3C16-4865-A0A2-65EE33CA8839}" type="parTrans" cxnId="{23247BAC-ECC6-4930-B19A-1AE2C30D02FD}">
      <dgm:prSet/>
      <dgm:spPr/>
      <dgm:t>
        <a:bodyPr/>
        <a:lstStyle/>
        <a:p>
          <a:endParaRPr lang="en-US"/>
        </a:p>
      </dgm:t>
    </dgm:pt>
    <dgm:pt modelId="{7350227A-1915-4C01-99C9-535D8215A389}" type="sibTrans" cxnId="{23247BAC-ECC6-4930-B19A-1AE2C30D02FD}">
      <dgm:prSet/>
      <dgm:spPr/>
      <dgm:t>
        <a:bodyPr/>
        <a:lstStyle/>
        <a:p>
          <a:endParaRPr lang="en-US"/>
        </a:p>
      </dgm:t>
    </dgm:pt>
    <dgm:pt modelId="{863D4EF9-061C-4994-9B24-B90F2FCAA35B}">
      <dgm:prSet/>
      <dgm:spPr/>
      <dgm:t>
        <a:bodyPr/>
        <a:lstStyle/>
        <a:p>
          <a:r>
            <a:rPr lang="en-US"/>
            <a:t>Example: </a:t>
          </a:r>
          <a:r>
            <a:rPr lang="en-US" b="1"/>
            <a:t>Assembly, Machine Code</a:t>
          </a:r>
          <a:endParaRPr lang="en-US"/>
        </a:p>
      </dgm:t>
    </dgm:pt>
    <dgm:pt modelId="{CCEA40AC-470D-4C7A-A2D5-E67A8895A627}" type="parTrans" cxnId="{2CFE09EC-B5AF-43E0-A2F3-809236D6A4C0}">
      <dgm:prSet/>
      <dgm:spPr/>
      <dgm:t>
        <a:bodyPr/>
        <a:lstStyle/>
        <a:p>
          <a:endParaRPr lang="en-US"/>
        </a:p>
      </dgm:t>
    </dgm:pt>
    <dgm:pt modelId="{72D98AB9-9204-40AC-AAA8-F6DEC2FDF320}" type="sibTrans" cxnId="{2CFE09EC-B5AF-43E0-A2F3-809236D6A4C0}">
      <dgm:prSet/>
      <dgm:spPr/>
      <dgm:t>
        <a:bodyPr/>
        <a:lstStyle/>
        <a:p>
          <a:endParaRPr lang="en-US"/>
        </a:p>
      </dgm:t>
    </dgm:pt>
    <dgm:pt modelId="{67F24473-7AB9-400D-868A-6F227B1CCDA2}">
      <dgm:prSet/>
      <dgm:spPr/>
      <dgm:t>
        <a:bodyPr/>
        <a:lstStyle/>
        <a:p>
          <a:r>
            <a:rPr lang="en-US"/>
            <a:t>🧩 </a:t>
          </a:r>
          <a:r>
            <a:rPr lang="en-US" i="1"/>
            <a:t>Think of it like speaking in the computer’s own secret language — very powerful but hard to learn.</a:t>
          </a:r>
          <a:endParaRPr lang="en-US"/>
        </a:p>
      </dgm:t>
    </dgm:pt>
    <dgm:pt modelId="{451ADEE7-5E86-4DE4-8F87-4FE7D6DF1957}" type="parTrans" cxnId="{76C8506A-7800-4AAA-8129-3746639BC842}">
      <dgm:prSet/>
      <dgm:spPr/>
      <dgm:t>
        <a:bodyPr/>
        <a:lstStyle/>
        <a:p>
          <a:endParaRPr lang="en-US"/>
        </a:p>
      </dgm:t>
    </dgm:pt>
    <dgm:pt modelId="{A4F692F3-BE30-4B6C-B351-DB86063C05FA}" type="sibTrans" cxnId="{76C8506A-7800-4AAA-8129-3746639BC842}">
      <dgm:prSet/>
      <dgm:spPr/>
      <dgm:t>
        <a:bodyPr/>
        <a:lstStyle/>
        <a:p>
          <a:endParaRPr lang="en-US"/>
        </a:p>
      </dgm:t>
    </dgm:pt>
    <dgm:pt modelId="{8EE42454-BE30-4C99-8883-3ACBF1877FF8}" type="pres">
      <dgm:prSet presAssocID="{FB868FE8-A8F4-4AED-BC13-3750CBB29335}" presName="vert0" presStyleCnt="0">
        <dgm:presLayoutVars>
          <dgm:dir/>
          <dgm:animOne val="branch"/>
          <dgm:animLvl val="lvl"/>
        </dgm:presLayoutVars>
      </dgm:prSet>
      <dgm:spPr/>
    </dgm:pt>
    <dgm:pt modelId="{0ADC2BEA-C1FD-466D-8817-5F243F0FDC1C}" type="pres">
      <dgm:prSet presAssocID="{C948846A-132A-4AB1-BB5F-A0C4C19E359E}" presName="thickLine" presStyleLbl="alignNode1" presStyleIdx="0" presStyleCnt="6"/>
      <dgm:spPr/>
    </dgm:pt>
    <dgm:pt modelId="{B9BE159D-384C-4627-B56A-9DBB8B33C60D}" type="pres">
      <dgm:prSet presAssocID="{C948846A-132A-4AB1-BB5F-A0C4C19E359E}" presName="horz1" presStyleCnt="0"/>
      <dgm:spPr/>
    </dgm:pt>
    <dgm:pt modelId="{49FF785E-F8DC-4FC4-8540-AFE24791A763}" type="pres">
      <dgm:prSet presAssocID="{C948846A-132A-4AB1-BB5F-A0C4C19E359E}" presName="tx1" presStyleLbl="revTx" presStyleIdx="0" presStyleCnt="6"/>
      <dgm:spPr/>
    </dgm:pt>
    <dgm:pt modelId="{EA3E7121-8C58-406B-83DD-ACED6D84B5E8}" type="pres">
      <dgm:prSet presAssocID="{C948846A-132A-4AB1-BB5F-A0C4C19E359E}" presName="vert1" presStyleCnt="0"/>
      <dgm:spPr/>
    </dgm:pt>
    <dgm:pt modelId="{F07291E6-F3D2-468E-9EBE-BABF6484F0AE}" type="pres">
      <dgm:prSet presAssocID="{83215946-E1B1-4FD2-A1F4-07E38395023C}" presName="thickLine" presStyleLbl="alignNode1" presStyleIdx="1" presStyleCnt="6"/>
      <dgm:spPr/>
    </dgm:pt>
    <dgm:pt modelId="{C9DF2E4D-08E5-4B2A-B2D8-16C2A448997C}" type="pres">
      <dgm:prSet presAssocID="{83215946-E1B1-4FD2-A1F4-07E38395023C}" presName="horz1" presStyleCnt="0"/>
      <dgm:spPr/>
    </dgm:pt>
    <dgm:pt modelId="{D5C70509-5158-43B7-B7A5-56239388B6D6}" type="pres">
      <dgm:prSet presAssocID="{83215946-E1B1-4FD2-A1F4-07E38395023C}" presName="tx1" presStyleLbl="revTx" presStyleIdx="1" presStyleCnt="6"/>
      <dgm:spPr/>
    </dgm:pt>
    <dgm:pt modelId="{15532736-427B-4C94-A051-5DAB40B73B3B}" type="pres">
      <dgm:prSet presAssocID="{83215946-E1B1-4FD2-A1F4-07E38395023C}" presName="vert1" presStyleCnt="0"/>
      <dgm:spPr/>
    </dgm:pt>
    <dgm:pt modelId="{0F268955-4FB5-4D7A-9D52-D2156750ED27}" type="pres">
      <dgm:prSet presAssocID="{0890AE33-B7E5-45F6-ACB3-DDB460942CA9}" presName="thickLine" presStyleLbl="alignNode1" presStyleIdx="2" presStyleCnt="6"/>
      <dgm:spPr/>
    </dgm:pt>
    <dgm:pt modelId="{697883B3-A6DE-4A22-8FEE-C36301CA8B90}" type="pres">
      <dgm:prSet presAssocID="{0890AE33-B7E5-45F6-ACB3-DDB460942CA9}" presName="horz1" presStyleCnt="0"/>
      <dgm:spPr/>
    </dgm:pt>
    <dgm:pt modelId="{2CC17063-5EA3-49B8-8C3E-46C64B9BBD21}" type="pres">
      <dgm:prSet presAssocID="{0890AE33-B7E5-45F6-ACB3-DDB460942CA9}" presName="tx1" presStyleLbl="revTx" presStyleIdx="2" presStyleCnt="6"/>
      <dgm:spPr/>
    </dgm:pt>
    <dgm:pt modelId="{DEDBDAF4-3EC6-4D2B-B336-4D769271A245}" type="pres">
      <dgm:prSet presAssocID="{0890AE33-B7E5-45F6-ACB3-DDB460942CA9}" presName="vert1" presStyleCnt="0"/>
      <dgm:spPr/>
    </dgm:pt>
    <dgm:pt modelId="{0D1E0CB4-E5D8-4935-B785-B27AF9728621}" type="pres">
      <dgm:prSet presAssocID="{0C76822B-4D09-4E96-8F9C-76A93011930A}" presName="thickLine" presStyleLbl="alignNode1" presStyleIdx="3" presStyleCnt="6"/>
      <dgm:spPr/>
    </dgm:pt>
    <dgm:pt modelId="{C1D59C8D-E16A-4C76-8BF6-87E6DB4F0D6A}" type="pres">
      <dgm:prSet presAssocID="{0C76822B-4D09-4E96-8F9C-76A93011930A}" presName="horz1" presStyleCnt="0"/>
      <dgm:spPr/>
    </dgm:pt>
    <dgm:pt modelId="{E4F85092-2029-4FD1-814A-9BAC1283475B}" type="pres">
      <dgm:prSet presAssocID="{0C76822B-4D09-4E96-8F9C-76A93011930A}" presName="tx1" presStyleLbl="revTx" presStyleIdx="3" presStyleCnt="6"/>
      <dgm:spPr/>
    </dgm:pt>
    <dgm:pt modelId="{D2060751-9093-4426-9193-F67CD072C71D}" type="pres">
      <dgm:prSet presAssocID="{0C76822B-4D09-4E96-8F9C-76A93011930A}" presName="vert1" presStyleCnt="0"/>
      <dgm:spPr/>
    </dgm:pt>
    <dgm:pt modelId="{7F8904EA-7587-45D3-BD73-F08E322131A1}" type="pres">
      <dgm:prSet presAssocID="{863D4EF9-061C-4994-9B24-B90F2FCAA35B}" presName="thickLine" presStyleLbl="alignNode1" presStyleIdx="4" presStyleCnt="6"/>
      <dgm:spPr/>
    </dgm:pt>
    <dgm:pt modelId="{3B39713C-8AB1-4ACF-84BB-C5495C50AE6A}" type="pres">
      <dgm:prSet presAssocID="{863D4EF9-061C-4994-9B24-B90F2FCAA35B}" presName="horz1" presStyleCnt="0"/>
      <dgm:spPr/>
    </dgm:pt>
    <dgm:pt modelId="{5293372F-2381-4858-8EB0-7470CA507B1F}" type="pres">
      <dgm:prSet presAssocID="{863D4EF9-061C-4994-9B24-B90F2FCAA35B}" presName="tx1" presStyleLbl="revTx" presStyleIdx="4" presStyleCnt="6"/>
      <dgm:spPr/>
    </dgm:pt>
    <dgm:pt modelId="{CB83E0DE-BC84-4D68-9F55-BA4FF0030C47}" type="pres">
      <dgm:prSet presAssocID="{863D4EF9-061C-4994-9B24-B90F2FCAA35B}" presName="vert1" presStyleCnt="0"/>
      <dgm:spPr/>
    </dgm:pt>
    <dgm:pt modelId="{018840D1-6F7B-4325-9EB6-02A8A1E2E41E}" type="pres">
      <dgm:prSet presAssocID="{67F24473-7AB9-400D-868A-6F227B1CCDA2}" presName="thickLine" presStyleLbl="alignNode1" presStyleIdx="5" presStyleCnt="6"/>
      <dgm:spPr/>
    </dgm:pt>
    <dgm:pt modelId="{FF7C6756-2E7B-4F6A-9573-4F923AF8312B}" type="pres">
      <dgm:prSet presAssocID="{67F24473-7AB9-400D-868A-6F227B1CCDA2}" presName="horz1" presStyleCnt="0"/>
      <dgm:spPr/>
    </dgm:pt>
    <dgm:pt modelId="{6BFF897F-E9C6-4444-9F6C-AD88F0494F10}" type="pres">
      <dgm:prSet presAssocID="{67F24473-7AB9-400D-868A-6F227B1CCDA2}" presName="tx1" presStyleLbl="revTx" presStyleIdx="5" presStyleCnt="6"/>
      <dgm:spPr/>
    </dgm:pt>
    <dgm:pt modelId="{65F7741E-5C96-400B-ABEF-BF30DA52FD80}" type="pres">
      <dgm:prSet presAssocID="{67F24473-7AB9-400D-868A-6F227B1CCDA2}" presName="vert1" presStyleCnt="0"/>
      <dgm:spPr/>
    </dgm:pt>
  </dgm:ptLst>
  <dgm:cxnLst>
    <dgm:cxn modelId="{A5F84713-5F51-427C-A7D9-88A34E7E4A4A}" srcId="{FB868FE8-A8F4-4AED-BC13-3750CBB29335}" destId="{C948846A-132A-4AB1-BB5F-A0C4C19E359E}" srcOrd="0" destOrd="0" parTransId="{D5296D3F-AB8F-4BF0-BB31-F9E06ADF2D6A}" sibTransId="{86D2961C-414F-4EBC-BACA-FD0964E17E69}"/>
    <dgm:cxn modelId="{DC6E0520-2116-485E-BD59-7893D4BBCF41}" srcId="{FB868FE8-A8F4-4AED-BC13-3750CBB29335}" destId="{83215946-E1B1-4FD2-A1F4-07E38395023C}" srcOrd="1" destOrd="0" parTransId="{1BB9B313-33F5-459B-8A47-E51344CFC3E6}" sibTransId="{C149B091-DB4C-468B-A536-B344C0E3694E}"/>
    <dgm:cxn modelId="{4AAE0D5B-B07A-4304-AAAE-B0B2C24DBB74}" type="presOf" srcId="{0C76822B-4D09-4E96-8F9C-76A93011930A}" destId="{E4F85092-2029-4FD1-814A-9BAC1283475B}" srcOrd="0" destOrd="0" presId="urn:microsoft.com/office/officeart/2008/layout/LinedList"/>
    <dgm:cxn modelId="{76C8506A-7800-4AAA-8129-3746639BC842}" srcId="{FB868FE8-A8F4-4AED-BC13-3750CBB29335}" destId="{67F24473-7AB9-400D-868A-6F227B1CCDA2}" srcOrd="5" destOrd="0" parTransId="{451ADEE7-5E86-4DE4-8F87-4FE7D6DF1957}" sibTransId="{A4F692F3-BE30-4B6C-B351-DB86063C05FA}"/>
    <dgm:cxn modelId="{49C61686-652B-4D5C-A097-86061921C417}" type="presOf" srcId="{83215946-E1B1-4FD2-A1F4-07E38395023C}" destId="{D5C70509-5158-43B7-B7A5-56239388B6D6}" srcOrd="0" destOrd="0" presId="urn:microsoft.com/office/officeart/2008/layout/LinedList"/>
    <dgm:cxn modelId="{3611B487-225D-405D-8B56-D21EF3FAE539}" type="presOf" srcId="{C948846A-132A-4AB1-BB5F-A0C4C19E359E}" destId="{49FF785E-F8DC-4FC4-8540-AFE24791A763}" srcOrd="0" destOrd="0" presId="urn:microsoft.com/office/officeart/2008/layout/LinedList"/>
    <dgm:cxn modelId="{134C5AA3-E2F9-4219-B95E-C3DB356D23C5}" srcId="{FB868FE8-A8F4-4AED-BC13-3750CBB29335}" destId="{0890AE33-B7E5-45F6-ACB3-DDB460942CA9}" srcOrd="2" destOrd="0" parTransId="{A992DE82-9792-49C4-8A3B-6712E2F00F81}" sibTransId="{9ACF8C87-9246-49F8-B865-0FC2C9B21712}"/>
    <dgm:cxn modelId="{23247BAC-ECC6-4930-B19A-1AE2C30D02FD}" srcId="{FB868FE8-A8F4-4AED-BC13-3750CBB29335}" destId="{0C76822B-4D09-4E96-8F9C-76A93011930A}" srcOrd="3" destOrd="0" parTransId="{E6B2961F-3C16-4865-A0A2-65EE33CA8839}" sibTransId="{7350227A-1915-4C01-99C9-535D8215A389}"/>
    <dgm:cxn modelId="{DE8EE5CB-5AA1-4565-BF25-932586EDEE33}" type="presOf" srcId="{67F24473-7AB9-400D-868A-6F227B1CCDA2}" destId="{6BFF897F-E9C6-4444-9F6C-AD88F0494F10}" srcOrd="0" destOrd="0" presId="urn:microsoft.com/office/officeart/2008/layout/LinedList"/>
    <dgm:cxn modelId="{6D9C55E4-D167-42B7-A818-DEDCC1CDD02D}" type="presOf" srcId="{FB868FE8-A8F4-4AED-BC13-3750CBB29335}" destId="{8EE42454-BE30-4C99-8883-3ACBF1877FF8}" srcOrd="0" destOrd="0" presId="urn:microsoft.com/office/officeart/2008/layout/LinedList"/>
    <dgm:cxn modelId="{6E5A5CE5-FB3E-4E32-BC70-0DB266FDBD70}" type="presOf" srcId="{863D4EF9-061C-4994-9B24-B90F2FCAA35B}" destId="{5293372F-2381-4858-8EB0-7470CA507B1F}" srcOrd="0" destOrd="0" presId="urn:microsoft.com/office/officeart/2008/layout/LinedList"/>
    <dgm:cxn modelId="{2CFE09EC-B5AF-43E0-A2F3-809236D6A4C0}" srcId="{FB868FE8-A8F4-4AED-BC13-3750CBB29335}" destId="{863D4EF9-061C-4994-9B24-B90F2FCAA35B}" srcOrd="4" destOrd="0" parTransId="{CCEA40AC-470D-4C7A-A2D5-E67A8895A627}" sibTransId="{72D98AB9-9204-40AC-AAA8-F6DEC2FDF320}"/>
    <dgm:cxn modelId="{1E98C9F9-5CDD-4C11-A2B4-9C31003BC41D}" type="presOf" srcId="{0890AE33-B7E5-45F6-ACB3-DDB460942CA9}" destId="{2CC17063-5EA3-49B8-8C3E-46C64B9BBD21}" srcOrd="0" destOrd="0" presId="urn:microsoft.com/office/officeart/2008/layout/LinedList"/>
    <dgm:cxn modelId="{253C8072-C531-464A-A8CA-03916724BF66}" type="presParOf" srcId="{8EE42454-BE30-4C99-8883-3ACBF1877FF8}" destId="{0ADC2BEA-C1FD-466D-8817-5F243F0FDC1C}" srcOrd="0" destOrd="0" presId="urn:microsoft.com/office/officeart/2008/layout/LinedList"/>
    <dgm:cxn modelId="{F019EAB2-5413-494C-BF42-DFFD0CFF88C6}" type="presParOf" srcId="{8EE42454-BE30-4C99-8883-3ACBF1877FF8}" destId="{B9BE159D-384C-4627-B56A-9DBB8B33C60D}" srcOrd="1" destOrd="0" presId="urn:microsoft.com/office/officeart/2008/layout/LinedList"/>
    <dgm:cxn modelId="{EBDA733F-451E-46AB-A0A6-14A29166BF7C}" type="presParOf" srcId="{B9BE159D-384C-4627-B56A-9DBB8B33C60D}" destId="{49FF785E-F8DC-4FC4-8540-AFE24791A763}" srcOrd="0" destOrd="0" presId="urn:microsoft.com/office/officeart/2008/layout/LinedList"/>
    <dgm:cxn modelId="{2CD3B82A-89DD-44AE-A9D1-1ACB6DAAEEEA}" type="presParOf" srcId="{B9BE159D-384C-4627-B56A-9DBB8B33C60D}" destId="{EA3E7121-8C58-406B-83DD-ACED6D84B5E8}" srcOrd="1" destOrd="0" presId="urn:microsoft.com/office/officeart/2008/layout/LinedList"/>
    <dgm:cxn modelId="{9E6B0981-7BD2-41E1-8C80-AB5AB409D9FA}" type="presParOf" srcId="{8EE42454-BE30-4C99-8883-3ACBF1877FF8}" destId="{F07291E6-F3D2-468E-9EBE-BABF6484F0AE}" srcOrd="2" destOrd="0" presId="urn:microsoft.com/office/officeart/2008/layout/LinedList"/>
    <dgm:cxn modelId="{EBBE77FF-2FC0-4C03-A67B-75C8E7303D95}" type="presParOf" srcId="{8EE42454-BE30-4C99-8883-3ACBF1877FF8}" destId="{C9DF2E4D-08E5-4B2A-B2D8-16C2A448997C}" srcOrd="3" destOrd="0" presId="urn:microsoft.com/office/officeart/2008/layout/LinedList"/>
    <dgm:cxn modelId="{D1B49F7F-8AA3-476B-AFC6-7CE25D2F9C9D}" type="presParOf" srcId="{C9DF2E4D-08E5-4B2A-B2D8-16C2A448997C}" destId="{D5C70509-5158-43B7-B7A5-56239388B6D6}" srcOrd="0" destOrd="0" presId="urn:microsoft.com/office/officeart/2008/layout/LinedList"/>
    <dgm:cxn modelId="{7A6C56A8-AA5B-4C6B-93E7-A7FD5E91ECE8}" type="presParOf" srcId="{C9DF2E4D-08E5-4B2A-B2D8-16C2A448997C}" destId="{15532736-427B-4C94-A051-5DAB40B73B3B}" srcOrd="1" destOrd="0" presId="urn:microsoft.com/office/officeart/2008/layout/LinedList"/>
    <dgm:cxn modelId="{942F9655-D524-4881-93C0-75E89B8210E0}" type="presParOf" srcId="{8EE42454-BE30-4C99-8883-3ACBF1877FF8}" destId="{0F268955-4FB5-4D7A-9D52-D2156750ED27}" srcOrd="4" destOrd="0" presId="urn:microsoft.com/office/officeart/2008/layout/LinedList"/>
    <dgm:cxn modelId="{81E083F1-B002-43CD-878A-D33E334B6E4C}" type="presParOf" srcId="{8EE42454-BE30-4C99-8883-3ACBF1877FF8}" destId="{697883B3-A6DE-4A22-8FEE-C36301CA8B90}" srcOrd="5" destOrd="0" presId="urn:microsoft.com/office/officeart/2008/layout/LinedList"/>
    <dgm:cxn modelId="{1247C3E7-38B9-4FC5-9199-1EE88F022AE6}" type="presParOf" srcId="{697883B3-A6DE-4A22-8FEE-C36301CA8B90}" destId="{2CC17063-5EA3-49B8-8C3E-46C64B9BBD21}" srcOrd="0" destOrd="0" presId="urn:microsoft.com/office/officeart/2008/layout/LinedList"/>
    <dgm:cxn modelId="{A5862EB3-BA64-4EA1-B7B3-9F5D8A29334B}" type="presParOf" srcId="{697883B3-A6DE-4A22-8FEE-C36301CA8B90}" destId="{DEDBDAF4-3EC6-4D2B-B336-4D769271A245}" srcOrd="1" destOrd="0" presId="urn:microsoft.com/office/officeart/2008/layout/LinedList"/>
    <dgm:cxn modelId="{CB794462-3E8B-4331-9526-8849EA5E8737}" type="presParOf" srcId="{8EE42454-BE30-4C99-8883-3ACBF1877FF8}" destId="{0D1E0CB4-E5D8-4935-B785-B27AF9728621}" srcOrd="6" destOrd="0" presId="urn:microsoft.com/office/officeart/2008/layout/LinedList"/>
    <dgm:cxn modelId="{189BCF5A-D8B3-4272-BAB9-53031B0C97C1}" type="presParOf" srcId="{8EE42454-BE30-4C99-8883-3ACBF1877FF8}" destId="{C1D59C8D-E16A-4C76-8BF6-87E6DB4F0D6A}" srcOrd="7" destOrd="0" presId="urn:microsoft.com/office/officeart/2008/layout/LinedList"/>
    <dgm:cxn modelId="{18954DC1-45BB-41B7-9EE0-5D18C52386CE}" type="presParOf" srcId="{C1D59C8D-E16A-4C76-8BF6-87E6DB4F0D6A}" destId="{E4F85092-2029-4FD1-814A-9BAC1283475B}" srcOrd="0" destOrd="0" presId="urn:microsoft.com/office/officeart/2008/layout/LinedList"/>
    <dgm:cxn modelId="{0586BB8A-BAB3-4378-B166-CC83FAF414A0}" type="presParOf" srcId="{C1D59C8D-E16A-4C76-8BF6-87E6DB4F0D6A}" destId="{D2060751-9093-4426-9193-F67CD072C71D}" srcOrd="1" destOrd="0" presId="urn:microsoft.com/office/officeart/2008/layout/LinedList"/>
    <dgm:cxn modelId="{5E9A9311-8EE9-4F41-B07F-B86D036CE25E}" type="presParOf" srcId="{8EE42454-BE30-4C99-8883-3ACBF1877FF8}" destId="{7F8904EA-7587-45D3-BD73-F08E322131A1}" srcOrd="8" destOrd="0" presId="urn:microsoft.com/office/officeart/2008/layout/LinedList"/>
    <dgm:cxn modelId="{40B278C7-7A68-457B-A93E-D6AF61D27225}" type="presParOf" srcId="{8EE42454-BE30-4C99-8883-3ACBF1877FF8}" destId="{3B39713C-8AB1-4ACF-84BB-C5495C50AE6A}" srcOrd="9" destOrd="0" presId="urn:microsoft.com/office/officeart/2008/layout/LinedList"/>
    <dgm:cxn modelId="{B6437FBF-52AE-4E40-86B5-7BB84D71DCEA}" type="presParOf" srcId="{3B39713C-8AB1-4ACF-84BB-C5495C50AE6A}" destId="{5293372F-2381-4858-8EB0-7470CA507B1F}" srcOrd="0" destOrd="0" presId="urn:microsoft.com/office/officeart/2008/layout/LinedList"/>
    <dgm:cxn modelId="{EC0A47FB-431B-4A37-A4BD-C60B6D165D17}" type="presParOf" srcId="{3B39713C-8AB1-4ACF-84BB-C5495C50AE6A}" destId="{CB83E0DE-BC84-4D68-9F55-BA4FF0030C47}" srcOrd="1" destOrd="0" presId="urn:microsoft.com/office/officeart/2008/layout/LinedList"/>
    <dgm:cxn modelId="{F4EDCC3F-4013-4E47-8C95-854E79A9C730}" type="presParOf" srcId="{8EE42454-BE30-4C99-8883-3ACBF1877FF8}" destId="{018840D1-6F7B-4325-9EB6-02A8A1E2E41E}" srcOrd="10" destOrd="0" presId="urn:microsoft.com/office/officeart/2008/layout/LinedList"/>
    <dgm:cxn modelId="{E814AC2D-AE39-4000-80B7-AA1B448D304A}" type="presParOf" srcId="{8EE42454-BE30-4C99-8883-3ACBF1877FF8}" destId="{FF7C6756-2E7B-4F6A-9573-4F923AF8312B}" srcOrd="11" destOrd="0" presId="urn:microsoft.com/office/officeart/2008/layout/LinedList"/>
    <dgm:cxn modelId="{D59DFDFE-AD73-4594-BC12-A086CCA7BA65}" type="presParOf" srcId="{FF7C6756-2E7B-4F6A-9573-4F923AF8312B}" destId="{6BFF897F-E9C6-4444-9F6C-AD88F0494F10}" srcOrd="0" destOrd="0" presId="urn:microsoft.com/office/officeart/2008/layout/LinedList"/>
    <dgm:cxn modelId="{E798D83C-D2EA-4271-8DF9-A59EB9E4423E}" type="presParOf" srcId="{FF7C6756-2E7B-4F6A-9573-4F923AF8312B}" destId="{65F7741E-5C96-400B-ABEF-BF30DA52FD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8652EC4-C6EA-4D54-AB8D-F59193F22F33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D165BEF-E191-4A51-A001-D2A0D56DEDD5}">
      <dgm:prSet/>
      <dgm:spPr/>
      <dgm:t>
        <a:bodyPr/>
        <a:lstStyle/>
        <a:p>
          <a:r>
            <a:rPr lang="en-US" b="1"/>
            <a:t>Extension:</a:t>
          </a:r>
          <a:r>
            <a:rPr lang="en-US"/>
            <a:t> Python files </a:t>
          </a:r>
          <a:r>
            <a:rPr lang="en-US" b="1"/>
            <a:t>must</a:t>
          </a:r>
          <a:r>
            <a:rPr lang="en-US"/>
            <a:t> end with </a:t>
          </a:r>
          <a:r>
            <a:rPr lang="en-US" b="1"/>
            <a:t>.py</a:t>
          </a:r>
          <a:endParaRPr lang="en-US"/>
        </a:p>
      </dgm:t>
    </dgm:pt>
    <dgm:pt modelId="{C2576DF9-A353-4787-91E6-892293A358B5}" type="parTrans" cxnId="{447DF135-74B9-486A-90E0-9B25CDB4224C}">
      <dgm:prSet/>
      <dgm:spPr/>
      <dgm:t>
        <a:bodyPr/>
        <a:lstStyle/>
        <a:p>
          <a:endParaRPr lang="en-US"/>
        </a:p>
      </dgm:t>
    </dgm:pt>
    <dgm:pt modelId="{0AF3D719-F2E7-414E-95CE-768BEC5EE6BD}" type="sibTrans" cxnId="{447DF135-74B9-486A-90E0-9B25CDB4224C}">
      <dgm:prSet/>
      <dgm:spPr/>
      <dgm:t>
        <a:bodyPr/>
        <a:lstStyle/>
        <a:p>
          <a:endParaRPr lang="en-US"/>
        </a:p>
      </dgm:t>
    </dgm:pt>
    <dgm:pt modelId="{CEFDEAB5-4F09-47E1-B6E7-819C118A4B77}">
      <dgm:prSet/>
      <dgm:spPr/>
      <dgm:t>
        <a:bodyPr/>
        <a:lstStyle/>
        <a:p>
          <a:r>
            <a:rPr lang="en-US" b="1"/>
            <a:t>Examples: </a:t>
          </a:r>
          <a:r>
            <a:rPr lang="en-US"/>
            <a:t>hello.py, game.py, math_quiz.py</a:t>
          </a:r>
        </a:p>
      </dgm:t>
    </dgm:pt>
    <dgm:pt modelId="{6631E442-B23D-46FB-B3B1-2F58B34DFE25}" type="parTrans" cxnId="{52A6EC64-8DDA-41C7-9D32-3E3931EC2F59}">
      <dgm:prSet/>
      <dgm:spPr/>
      <dgm:t>
        <a:bodyPr/>
        <a:lstStyle/>
        <a:p>
          <a:endParaRPr lang="en-US"/>
        </a:p>
      </dgm:t>
    </dgm:pt>
    <dgm:pt modelId="{6084151C-4303-42F3-A938-90D7148EA373}" type="sibTrans" cxnId="{52A6EC64-8DDA-41C7-9D32-3E3931EC2F59}">
      <dgm:prSet/>
      <dgm:spPr/>
      <dgm:t>
        <a:bodyPr/>
        <a:lstStyle/>
        <a:p>
          <a:endParaRPr lang="en-US"/>
        </a:p>
      </dgm:t>
    </dgm:pt>
    <dgm:pt modelId="{9D83BE2D-0D63-4EB1-BEEC-0779D2C8D92D}">
      <dgm:prSet/>
      <dgm:spPr/>
      <dgm:t>
        <a:bodyPr/>
        <a:lstStyle/>
        <a:p>
          <a:r>
            <a:rPr lang="en-US" b="1"/>
            <a:t>Good file name rules:</a:t>
          </a:r>
          <a:endParaRPr lang="en-US"/>
        </a:p>
      </dgm:t>
    </dgm:pt>
    <dgm:pt modelId="{6059C3F8-64D4-40BC-9B82-9CEE5617582A}" type="parTrans" cxnId="{82E36787-DBCD-4272-BDA1-66F0A4531973}">
      <dgm:prSet/>
      <dgm:spPr/>
      <dgm:t>
        <a:bodyPr/>
        <a:lstStyle/>
        <a:p>
          <a:endParaRPr lang="en-US"/>
        </a:p>
      </dgm:t>
    </dgm:pt>
    <dgm:pt modelId="{6519660A-15FF-496A-8755-14199633AF3C}" type="sibTrans" cxnId="{82E36787-DBCD-4272-BDA1-66F0A4531973}">
      <dgm:prSet/>
      <dgm:spPr/>
      <dgm:t>
        <a:bodyPr/>
        <a:lstStyle/>
        <a:p>
          <a:endParaRPr lang="en-US"/>
        </a:p>
      </dgm:t>
    </dgm:pt>
    <dgm:pt modelId="{B3C7A83F-F49B-4CFC-A6D3-0B232021CF8A}">
      <dgm:prSet/>
      <dgm:spPr/>
      <dgm:t>
        <a:bodyPr/>
        <a:lstStyle/>
        <a:p>
          <a:r>
            <a:rPr lang="en-US"/>
            <a:t>Use </a:t>
          </a:r>
          <a:r>
            <a:rPr lang="en-US" b="1"/>
            <a:t>lowercase</a:t>
          </a:r>
          <a:r>
            <a:rPr lang="en-US"/>
            <a:t> letters, </a:t>
          </a:r>
          <a:r>
            <a:rPr lang="en-US" b="1"/>
            <a:t>numbers</a:t>
          </a:r>
          <a:r>
            <a:rPr lang="en-US"/>
            <a:t>, and </a:t>
          </a:r>
          <a:r>
            <a:rPr lang="en-US" b="1"/>
            <a:t>underscores</a:t>
          </a:r>
          <a:r>
            <a:rPr lang="en-US"/>
            <a:t> (snake_case).</a:t>
          </a:r>
        </a:p>
      </dgm:t>
    </dgm:pt>
    <dgm:pt modelId="{985CCD91-8E53-4F9A-87CC-0997F1D97CF1}" type="parTrans" cxnId="{1904D632-44EE-4EB2-B794-9E0E942A9CA3}">
      <dgm:prSet/>
      <dgm:spPr/>
      <dgm:t>
        <a:bodyPr/>
        <a:lstStyle/>
        <a:p>
          <a:endParaRPr lang="en-US"/>
        </a:p>
      </dgm:t>
    </dgm:pt>
    <dgm:pt modelId="{55225849-DDD0-4F8E-A620-6A5505D0BEA7}" type="sibTrans" cxnId="{1904D632-44EE-4EB2-B794-9E0E942A9CA3}">
      <dgm:prSet/>
      <dgm:spPr/>
      <dgm:t>
        <a:bodyPr/>
        <a:lstStyle/>
        <a:p>
          <a:endParaRPr lang="en-US"/>
        </a:p>
      </dgm:t>
    </dgm:pt>
    <dgm:pt modelId="{78D3B104-8F6B-4CBA-AF72-D8659589AAFB}">
      <dgm:prSet/>
      <dgm:spPr/>
      <dgm:t>
        <a:bodyPr/>
        <a:lstStyle/>
        <a:p>
          <a:r>
            <a:rPr lang="en-US" b="1"/>
            <a:t>No spaces</a:t>
          </a:r>
          <a:r>
            <a:rPr lang="en-US"/>
            <a:t> and </a:t>
          </a:r>
          <a:r>
            <a:rPr lang="en-US" b="1"/>
            <a:t>no special symbols</a:t>
          </a:r>
          <a:r>
            <a:rPr lang="en-US"/>
            <a:t>.</a:t>
          </a:r>
        </a:p>
      </dgm:t>
    </dgm:pt>
    <dgm:pt modelId="{F68D8E5D-D00B-44BD-BF61-9BCF6634E293}" type="parTrans" cxnId="{C3540524-F77E-4D87-9DE5-1C35D381F103}">
      <dgm:prSet/>
      <dgm:spPr/>
      <dgm:t>
        <a:bodyPr/>
        <a:lstStyle/>
        <a:p>
          <a:endParaRPr lang="en-US"/>
        </a:p>
      </dgm:t>
    </dgm:pt>
    <dgm:pt modelId="{9746D525-91EB-40BF-86CC-4E6B6C820F72}" type="sibTrans" cxnId="{C3540524-F77E-4D87-9DE5-1C35D381F103}">
      <dgm:prSet/>
      <dgm:spPr/>
      <dgm:t>
        <a:bodyPr/>
        <a:lstStyle/>
        <a:p>
          <a:endParaRPr lang="en-US"/>
        </a:p>
      </dgm:t>
    </dgm:pt>
    <dgm:pt modelId="{5C9DDD75-A5DF-44DE-BB89-D6B90A7C935B}">
      <dgm:prSet/>
      <dgm:spPr/>
      <dgm:t>
        <a:bodyPr/>
        <a:lstStyle/>
        <a:p>
          <a:r>
            <a:rPr lang="en-US"/>
            <a:t>Start with a </a:t>
          </a:r>
          <a:r>
            <a:rPr lang="en-US" b="1"/>
            <a:t>letter</a:t>
          </a:r>
          <a:r>
            <a:rPr lang="en-US"/>
            <a:t> (not a number).</a:t>
          </a:r>
        </a:p>
      </dgm:t>
    </dgm:pt>
    <dgm:pt modelId="{FFDC83F0-CA13-44AE-80BA-3BF88A7599CA}" type="parTrans" cxnId="{311F83D5-3A9C-4AEC-819B-A916759FA368}">
      <dgm:prSet/>
      <dgm:spPr/>
      <dgm:t>
        <a:bodyPr/>
        <a:lstStyle/>
        <a:p>
          <a:endParaRPr lang="en-US"/>
        </a:p>
      </dgm:t>
    </dgm:pt>
    <dgm:pt modelId="{E37E7FE2-678E-4F7F-B414-7A5E8982018B}" type="sibTrans" cxnId="{311F83D5-3A9C-4AEC-819B-A916759FA368}">
      <dgm:prSet/>
      <dgm:spPr/>
      <dgm:t>
        <a:bodyPr/>
        <a:lstStyle/>
        <a:p>
          <a:endParaRPr lang="en-US"/>
        </a:p>
      </dgm:t>
    </dgm:pt>
    <dgm:pt modelId="{86E1E821-FE5D-4B17-91C1-85D2D791FEEE}">
      <dgm:prSet/>
      <dgm:spPr/>
      <dgm:t>
        <a:bodyPr/>
        <a:lstStyle/>
        <a:p>
          <a:r>
            <a:rPr lang="en-US"/>
            <a:t>One project can have many files, each ending with .py</a:t>
          </a:r>
        </a:p>
      </dgm:t>
    </dgm:pt>
    <dgm:pt modelId="{DB7C0383-9D4C-4C51-A8C4-2E031EF0E857}" type="parTrans" cxnId="{79FE88C0-7569-41E0-8431-95BEC6234142}">
      <dgm:prSet/>
      <dgm:spPr/>
      <dgm:t>
        <a:bodyPr/>
        <a:lstStyle/>
        <a:p>
          <a:endParaRPr lang="en-US"/>
        </a:p>
      </dgm:t>
    </dgm:pt>
    <dgm:pt modelId="{605CB933-500D-45DB-8D88-B0420A493836}" type="sibTrans" cxnId="{79FE88C0-7569-41E0-8431-95BEC6234142}">
      <dgm:prSet/>
      <dgm:spPr/>
      <dgm:t>
        <a:bodyPr/>
        <a:lstStyle/>
        <a:p>
          <a:endParaRPr lang="en-US"/>
        </a:p>
      </dgm:t>
    </dgm:pt>
    <dgm:pt modelId="{3DB5BE8E-63C5-475F-BC6C-48389B7C7EC7}" type="pres">
      <dgm:prSet presAssocID="{A8652EC4-C6EA-4D54-AB8D-F59193F22F33}" presName="linear" presStyleCnt="0">
        <dgm:presLayoutVars>
          <dgm:dir/>
          <dgm:animLvl val="lvl"/>
          <dgm:resizeHandles val="exact"/>
        </dgm:presLayoutVars>
      </dgm:prSet>
      <dgm:spPr/>
    </dgm:pt>
    <dgm:pt modelId="{F653E87B-CAA1-47FB-B084-4298206AB5B7}" type="pres">
      <dgm:prSet presAssocID="{ED165BEF-E191-4A51-A001-D2A0D56DEDD5}" presName="parentLin" presStyleCnt="0"/>
      <dgm:spPr/>
    </dgm:pt>
    <dgm:pt modelId="{D451928C-9C2C-43E1-8505-D55F48E17D84}" type="pres">
      <dgm:prSet presAssocID="{ED165BEF-E191-4A51-A001-D2A0D56DEDD5}" presName="parentLeftMargin" presStyleLbl="node1" presStyleIdx="0" presStyleCnt="2"/>
      <dgm:spPr/>
    </dgm:pt>
    <dgm:pt modelId="{3D98A440-3078-455C-B619-0ACEC87288D4}" type="pres">
      <dgm:prSet presAssocID="{ED165BEF-E191-4A51-A001-D2A0D56DEDD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C8D1268-7C19-4D0C-8FE1-6CCAEC2EFC9E}" type="pres">
      <dgm:prSet presAssocID="{ED165BEF-E191-4A51-A001-D2A0D56DEDD5}" presName="negativeSpace" presStyleCnt="0"/>
      <dgm:spPr/>
    </dgm:pt>
    <dgm:pt modelId="{DFE0C431-E8BD-4282-B5D4-AAB103DDD870}" type="pres">
      <dgm:prSet presAssocID="{ED165BEF-E191-4A51-A001-D2A0D56DEDD5}" presName="childText" presStyleLbl="conFgAcc1" presStyleIdx="0" presStyleCnt="2">
        <dgm:presLayoutVars>
          <dgm:bulletEnabled val="1"/>
        </dgm:presLayoutVars>
      </dgm:prSet>
      <dgm:spPr/>
    </dgm:pt>
    <dgm:pt modelId="{BE4D452B-FBD0-4DDA-8B4C-466E271A4EA9}" type="pres">
      <dgm:prSet presAssocID="{0AF3D719-F2E7-414E-95CE-768BEC5EE6BD}" presName="spaceBetweenRectangles" presStyleCnt="0"/>
      <dgm:spPr/>
    </dgm:pt>
    <dgm:pt modelId="{4EF6D2DD-B09C-42E7-9707-C8A4BD418194}" type="pres">
      <dgm:prSet presAssocID="{9D83BE2D-0D63-4EB1-BEEC-0779D2C8D92D}" presName="parentLin" presStyleCnt="0"/>
      <dgm:spPr/>
    </dgm:pt>
    <dgm:pt modelId="{F69A888A-9182-49DD-A534-28302345F69E}" type="pres">
      <dgm:prSet presAssocID="{9D83BE2D-0D63-4EB1-BEEC-0779D2C8D92D}" presName="parentLeftMargin" presStyleLbl="node1" presStyleIdx="0" presStyleCnt="2"/>
      <dgm:spPr/>
    </dgm:pt>
    <dgm:pt modelId="{BFF349A8-B1D2-43A0-876E-B537232AED99}" type="pres">
      <dgm:prSet presAssocID="{9D83BE2D-0D63-4EB1-BEEC-0779D2C8D92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4651622-2521-4DBA-B495-7B34152F4D86}" type="pres">
      <dgm:prSet presAssocID="{9D83BE2D-0D63-4EB1-BEEC-0779D2C8D92D}" presName="negativeSpace" presStyleCnt="0"/>
      <dgm:spPr/>
    </dgm:pt>
    <dgm:pt modelId="{93017E64-788C-4A06-8B33-C3906BC537AF}" type="pres">
      <dgm:prSet presAssocID="{9D83BE2D-0D63-4EB1-BEEC-0779D2C8D92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6F81802-6747-4095-B3B1-DC549A92D677}" type="presOf" srcId="{9D83BE2D-0D63-4EB1-BEEC-0779D2C8D92D}" destId="{BFF349A8-B1D2-43A0-876E-B537232AED99}" srcOrd="1" destOrd="0" presId="urn:microsoft.com/office/officeart/2005/8/layout/list1"/>
    <dgm:cxn modelId="{BE326214-2FE0-4DB0-9B07-06F06095F3D4}" type="presOf" srcId="{ED165BEF-E191-4A51-A001-D2A0D56DEDD5}" destId="{3D98A440-3078-455C-B619-0ACEC87288D4}" srcOrd="1" destOrd="0" presId="urn:microsoft.com/office/officeart/2005/8/layout/list1"/>
    <dgm:cxn modelId="{C3540524-F77E-4D87-9DE5-1C35D381F103}" srcId="{9D83BE2D-0D63-4EB1-BEEC-0779D2C8D92D}" destId="{78D3B104-8F6B-4CBA-AF72-D8659589AAFB}" srcOrd="1" destOrd="0" parTransId="{F68D8E5D-D00B-44BD-BF61-9BCF6634E293}" sibTransId="{9746D525-91EB-40BF-86CC-4E6B6C820F72}"/>
    <dgm:cxn modelId="{37EEAC2E-340B-4B97-8698-87DBF0DB285E}" type="presOf" srcId="{A8652EC4-C6EA-4D54-AB8D-F59193F22F33}" destId="{3DB5BE8E-63C5-475F-BC6C-48389B7C7EC7}" srcOrd="0" destOrd="0" presId="urn:microsoft.com/office/officeart/2005/8/layout/list1"/>
    <dgm:cxn modelId="{E952F130-0CAC-43B6-9891-54C1892A67A2}" type="presOf" srcId="{86E1E821-FE5D-4B17-91C1-85D2D791FEEE}" destId="{93017E64-788C-4A06-8B33-C3906BC537AF}" srcOrd="0" destOrd="3" presId="urn:microsoft.com/office/officeart/2005/8/layout/list1"/>
    <dgm:cxn modelId="{1904D632-44EE-4EB2-B794-9E0E942A9CA3}" srcId="{9D83BE2D-0D63-4EB1-BEEC-0779D2C8D92D}" destId="{B3C7A83F-F49B-4CFC-A6D3-0B232021CF8A}" srcOrd="0" destOrd="0" parTransId="{985CCD91-8E53-4F9A-87CC-0997F1D97CF1}" sibTransId="{55225849-DDD0-4F8E-A620-6A5505D0BEA7}"/>
    <dgm:cxn modelId="{447DF135-74B9-486A-90E0-9B25CDB4224C}" srcId="{A8652EC4-C6EA-4D54-AB8D-F59193F22F33}" destId="{ED165BEF-E191-4A51-A001-D2A0D56DEDD5}" srcOrd="0" destOrd="0" parTransId="{C2576DF9-A353-4787-91E6-892293A358B5}" sibTransId="{0AF3D719-F2E7-414E-95CE-768BEC5EE6BD}"/>
    <dgm:cxn modelId="{1D33963A-8BEB-4733-84E6-B3941CBBA169}" type="presOf" srcId="{78D3B104-8F6B-4CBA-AF72-D8659589AAFB}" destId="{93017E64-788C-4A06-8B33-C3906BC537AF}" srcOrd="0" destOrd="1" presId="urn:microsoft.com/office/officeart/2005/8/layout/list1"/>
    <dgm:cxn modelId="{52A6EC64-8DDA-41C7-9D32-3E3931EC2F59}" srcId="{ED165BEF-E191-4A51-A001-D2A0D56DEDD5}" destId="{CEFDEAB5-4F09-47E1-B6E7-819C118A4B77}" srcOrd="0" destOrd="0" parTransId="{6631E442-B23D-46FB-B3B1-2F58B34DFE25}" sibTransId="{6084151C-4303-42F3-A938-90D7148EA373}"/>
    <dgm:cxn modelId="{1A43CE7E-385E-44BE-AAA0-F5F7926AF3B1}" type="presOf" srcId="{9D83BE2D-0D63-4EB1-BEEC-0779D2C8D92D}" destId="{F69A888A-9182-49DD-A534-28302345F69E}" srcOrd="0" destOrd="0" presId="urn:microsoft.com/office/officeart/2005/8/layout/list1"/>
    <dgm:cxn modelId="{82E36787-DBCD-4272-BDA1-66F0A4531973}" srcId="{A8652EC4-C6EA-4D54-AB8D-F59193F22F33}" destId="{9D83BE2D-0D63-4EB1-BEEC-0779D2C8D92D}" srcOrd="1" destOrd="0" parTransId="{6059C3F8-64D4-40BC-9B82-9CEE5617582A}" sibTransId="{6519660A-15FF-496A-8755-14199633AF3C}"/>
    <dgm:cxn modelId="{8264E8B5-3F7B-4902-95E8-3F1BE9209DB7}" type="presOf" srcId="{5C9DDD75-A5DF-44DE-BB89-D6B90A7C935B}" destId="{93017E64-788C-4A06-8B33-C3906BC537AF}" srcOrd="0" destOrd="2" presId="urn:microsoft.com/office/officeart/2005/8/layout/list1"/>
    <dgm:cxn modelId="{79FE88C0-7569-41E0-8431-95BEC6234142}" srcId="{9D83BE2D-0D63-4EB1-BEEC-0779D2C8D92D}" destId="{86E1E821-FE5D-4B17-91C1-85D2D791FEEE}" srcOrd="3" destOrd="0" parTransId="{DB7C0383-9D4C-4C51-A8C4-2E031EF0E857}" sibTransId="{605CB933-500D-45DB-8D88-B0420A493836}"/>
    <dgm:cxn modelId="{309F64C7-94A3-40D6-9D0E-AF0F735E57E3}" type="presOf" srcId="{B3C7A83F-F49B-4CFC-A6D3-0B232021CF8A}" destId="{93017E64-788C-4A06-8B33-C3906BC537AF}" srcOrd="0" destOrd="0" presId="urn:microsoft.com/office/officeart/2005/8/layout/list1"/>
    <dgm:cxn modelId="{923F72D3-A76F-4067-8381-68CDFC563007}" type="presOf" srcId="{CEFDEAB5-4F09-47E1-B6E7-819C118A4B77}" destId="{DFE0C431-E8BD-4282-B5D4-AAB103DDD870}" srcOrd="0" destOrd="0" presId="urn:microsoft.com/office/officeart/2005/8/layout/list1"/>
    <dgm:cxn modelId="{311F83D5-3A9C-4AEC-819B-A916759FA368}" srcId="{9D83BE2D-0D63-4EB1-BEEC-0779D2C8D92D}" destId="{5C9DDD75-A5DF-44DE-BB89-D6B90A7C935B}" srcOrd="2" destOrd="0" parTransId="{FFDC83F0-CA13-44AE-80BA-3BF88A7599CA}" sibTransId="{E37E7FE2-678E-4F7F-B414-7A5E8982018B}"/>
    <dgm:cxn modelId="{F286E9E0-D545-4C6F-A7D9-358CA89EFCFA}" type="presOf" srcId="{ED165BEF-E191-4A51-A001-D2A0D56DEDD5}" destId="{D451928C-9C2C-43E1-8505-D55F48E17D84}" srcOrd="0" destOrd="0" presId="urn:microsoft.com/office/officeart/2005/8/layout/list1"/>
    <dgm:cxn modelId="{A9A90902-2FC6-4F7E-8888-D8744A680179}" type="presParOf" srcId="{3DB5BE8E-63C5-475F-BC6C-48389B7C7EC7}" destId="{F653E87B-CAA1-47FB-B084-4298206AB5B7}" srcOrd="0" destOrd="0" presId="urn:microsoft.com/office/officeart/2005/8/layout/list1"/>
    <dgm:cxn modelId="{EAF48727-0C45-42C0-9AD6-522E6FBFC242}" type="presParOf" srcId="{F653E87B-CAA1-47FB-B084-4298206AB5B7}" destId="{D451928C-9C2C-43E1-8505-D55F48E17D84}" srcOrd="0" destOrd="0" presId="urn:microsoft.com/office/officeart/2005/8/layout/list1"/>
    <dgm:cxn modelId="{0758ED96-DEFB-41BD-8A98-EA06BA60159F}" type="presParOf" srcId="{F653E87B-CAA1-47FB-B084-4298206AB5B7}" destId="{3D98A440-3078-455C-B619-0ACEC87288D4}" srcOrd="1" destOrd="0" presId="urn:microsoft.com/office/officeart/2005/8/layout/list1"/>
    <dgm:cxn modelId="{1A787504-9A40-42A4-9C44-E7A13A28B8A6}" type="presParOf" srcId="{3DB5BE8E-63C5-475F-BC6C-48389B7C7EC7}" destId="{0C8D1268-7C19-4D0C-8FE1-6CCAEC2EFC9E}" srcOrd="1" destOrd="0" presId="urn:microsoft.com/office/officeart/2005/8/layout/list1"/>
    <dgm:cxn modelId="{686FCEA1-515C-414C-9D62-CE3A7F83317F}" type="presParOf" srcId="{3DB5BE8E-63C5-475F-BC6C-48389B7C7EC7}" destId="{DFE0C431-E8BD-4282-B5D4-AAB103DDD870}" srcOrd="2" destOrd="0" presId="urn:microsoft.com/office/officeart/2005/8/layout/list1"/>
    <dgm:cxn modelId="{349F4688-3A6A-4A38-B803-EF7A63D1C1C3}" type="presParOf" srcId="{3DB5BE8E-63C5-475F-BC6C-48389B7C7EC7}" destId="{BE4D452B-FBD0-4DDA-8B4C-466E271A4EA9}" srcOrd="3" destOrd="0" presId="urn:microsoft.com/office/officeart/2005/8/layout/list1"/>
    <dgm:cxn modelId="{EBC1EFF3-C88E-4B19-A631-0849B4E58FA3}" type="presParOf" srcId="{3DB5BE8E-63C5-475F-BC6C-48389B7C7EC7}" destId="{4EF6D2DD-B09C-42E7-9707-C8A4BD418194}" srcOrd="4" destOrd="0" presId="urn:microsoft.com/office/officeart/2005/8/layout/list1"/>
    <dgm:cxn modelId="{8D9A1E8B-DB1E-406F-9E47-9D7E16E10641}" type="presParOf" srcId="{4EF6D2DD-B09C-42E7-9707-C8A4BD418194}" destId="{F69A888A-9182-49DD-A534-28302345F69E}" srcOrd="0" destOrd="0" presId="urn:microsoft.com/office/officeart/2005/8/layout/list1"/>
    <dgm:cxn modelId="{38BF99B9-2D56-4B97-BDE2-724EB459427C}" type="presParOf" srcId="{4EF6D2DD-B09C-42E7-9707-C8A4BD418194}" destId="{BFF349A8-B1D2-43A0-876E-B537232AED99}" srcOrd="1" destOrd="0" presId="urn:microsoft.com/office/officeart/2005/8/layout/list1"/>
    <dgm:cxn modelId="{F7497FF9-1F0E-45FF-B0C1-648E76CAB4C3}" type="presParOf" srcId="{3DB5BE8E-63C5-475F-BC6C-48389B7C7EC7}" destId="{14651622-2521-4DBA-B495-7B34152F4D86}" srcOrd="5" destOrd="0" presId="urn:microsoft.com/office/officeart/2005/8/layout/list1"/>
    <dgm:cxn modelId="{E9BBAB2E-FD7A-4A0B-A69D-E0F1C0E6ED80}" type="presParOf" srcId="{3DB5BE8E-63C5-475F-BC6C-48389B7C7EC7}" destId="{93017E64-788C-4A06-8B33-C3906BC537AF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C9ECD6-F3AD-4413-B383-3D76111C39F3}">
      <dsp:nvSpPr>
        <dsp:cNvPr id="0" name=""/>
        <dsp:cNvSpPr/>
      </dsp:nvSpPr>
      <dsp:spPr>
        <a:xfrm>
          <a:off x="0" y="675"/>
          <a:ext cx="6900512" cy="15813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3037F9-FF33-4618-B71F-EB8F19DABC82}">
      <dsp:nvSpPr>
        <dsp:cNvPr id="0" name=""/>
        <dsp:cNvSpPr/>
      </dsp:nvSpPr>
      <dsp:spPr>
        <a:xfrm>
          <a:off x="478363" y="356483"/>
          <a:ext cx="869752" cy="8697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29255-0448-4FDF-9B4F-58C03C362364}">
      <dsp:nvSpPr>
        <dsp:cNvPr id="0" name=""/>
        <dsp:cNvSpPr/>
      </dsp:nvSpPr>
      <dsp:spPr>
        <a:xfrm>
          <a:off x="1826480" y="675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Programming means </a:t>
          </a:r>
          <a:r>
            <a:rPr lang="en-US" sz="2300" b="1" kern="1200"/>
            <a:t>telling a computer what to do</a:t>
          </a:r>
          <a:r>
            <a:rPr lang="en-US" sz="2300" kern="1200"/>
            <a:t> using special instructions (code).</a:t>
          </a:r>
        </a:p>
      </dsp:txBody>
      <dsp:txXfrm>
        <a:off x="1826480" y="675"/>
        <a:ext cx="5074031" cy="1581368"/>
      </dsp:txXfrm>
    </dsp:sp>
    <dsp:sp modelId="{F1E25981-1E8D-49DF-943B-8BEE85FAF30E}">
      <dsp:nvSpPr>
        <dsp:cNvPr id="0" name=""/>
        <dsp:cNvSpPr/>
      </dsp:nvSpPr>
      <dsp:spPr>
        <a:xfrm>
          <a:off x="0" y="1977386"/>
          <a:ext cx="6900512" cy="15813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19F286-60D4-4794-9866-5AECF311447B}">
      <dsp:nvSpPr>
        <dsp:cNvPr id="0" name=""/>
        <dsp:cNvSpPr/>
      </dsp:nvSpPr>
      <dsp:spPr>
        <a:xfrm>
          <a:off x="478363" y="2333194"/>
          <a:ext cx="869752" cy="8697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8153BC-4C28-41A5-96FE-BFD65788A56D}">
      <dsp:nvSpPr>
        <dsp:cNvPr id="0" name=""/>
        <dsp:cNvSpPr/>
      </dsp:nvSpPr>
      <dsp:spPr>
        <a:xfrm>
          <a:off x="1826480" y="1977386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 program is like a </a:t>
          </a:r>
          <a:r>
            <a:rPr lang="en-US" sz="2300" b="1" kern="1200"/>
            <a:t>recipe</a:t>
          </a:r>
          <a:r>
            <a:rPr lang="en-US" sz="2300" kern="1200"/>
            <a:t> — it tells the computer step by step what to do.</a:t>
          </a:r>
        </a:p>
      </dsp:txBody>
      <dsp:txXfrm>
        <a:off x="1826480" y="1977386"/>
        <a:ext cx="5074031" cy="1581368"/>
      </dsp:txXfrm>
    </dsp:sp>
    <dsp:sp modelId="{A151A897-6455-4E4E-AA6B-945B4BBB76B7}">
      <dsp:nvSpPr>
        <dsp:cNvPr id="0" name=""/>
        <dsp:cNvSpPr/>
      </dsp:nvSpPr>
      <dsp:spPr>
        <a:xfrm>
          <a:off x="0" y="3954096"/>
          <a:ext cx="6900512" cy="158136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044BD8-2222-4906-A7B8-0EEB49B45A49}">
      <dsp:nvSpPr>
        <dsp:cNvPr id="0" name=""/>
        <dsp:cNvSpPr/>
      </dsp:nvSpPr>
      <dsp:spPr>
        <a:xfrm>
          <a:off x="478363" y="4309904"/>
          <a:ext cx="869752" cy="8697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5C4875-AB0F-413A-AF39-2F9411A9D7F6}">
      <dsp:nvSpPr>
        <dsp:cNvPr id="0" name=""/>
        <dsp:cNvSpPr/>
      </dsp:nvSpPr>
      <dsp:spPr>
        <a:xfrm>
          <a:off x="1826480" y="3954096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Different programming languages exist (Python, Java, C++), but </a:t>
          </a:r>
          <a:r>
            <a:rPr lang="en-US" sz="2300" b="1" kern="1200"/>
            <a:t>Python</a:t>
          </a:r>
          <a:r>
            <a:rPr lang="en-US" sz="2300" kern="1200"/>
            <a:t> is one of the easiest for beginners.</a:t>
          </a:r>
        </a:p>
      </dsp:txBody>
      <dsp:txXfrm>
        <a:off x="1826480" y="3954096"/>
        <a:ext cx="5074031" cy="15813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0BF5FB-CA62-4164-803D-3FD8017B4064}">
      <dsp:nvSpPr>
        <dsp:cNvPr id="0" name=""/>
        <dsp:cNvSpPr/>
      </dsp:nvSpPr>
      <dsp:spPr>
        <a:xfrm>
          <a:off x="5112748" y="1658197"/>
          <a:ext cx="1595567" cy="7593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7471"/>
              </a:lnTo>
              <a:lnTo>
                <a:pt x="1595567" y="517471"/>
              </a:lnTo>
              <a:lnTo>
                <a:pt x="1595567" y="759345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629A09-D76A-4BCA-8742-25C5F3A65147}">
      <dsp:nvSpPr>
        <dsp:cNvPr id="0" name=""/>
        <dsp:cNvSpPr/>
      </dsp:nvSpPr>
      <dsp:spPr>
        <a:xfrm>
          <a:off x="3517180" y="1658197"/>
          <a:ext cx="1595567" cy="759345"/>
        </a:xfrm>
        <a:custGeom>
          <a:avLst/>
          <a:gdLst/>
          <a:ahLst/>
          <a:cxnLst/>
          <a:rect l="0" t="0" r="0" b="0"/>
          <a:pathLst>
            <a:path>
              <a:moveTo>
                <a:pt x="1595567" y="0"/>
              </a:moveTo>
              <a:lnTo>
                <a:pt x="1595567" y="517471"/>
              </a:lnTo>
              <a:lnTo>
                <a:pt x="0" y="517471"/>
              </a:lnTo>
              <a:lnTo>
                <a:pt x="0" y="759345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E696C9-EB86-4CDA-9CE1-CCB25F67231D}">
      <dsp:nvSpPr>
        <dsp:cNvPr id="0" name=""/>
        <dsp:cNvSpPr/>
      </dsp:nvSpPr>
      <dsp:spPr>
        <a:xfrm>
          <a:off x="3807283" y="257"/>
          <a:ext cx="2610929" cy="16579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694BF7-936E-4815-980C-7C3F52FE094A}">
      <dsp:nvSpPr>
        <dsp:cNvPr id="0" name=""/>
        <dsp:cNvSpPr/>
      </dsp:nvSpPr>
      <dsp:spPr>
        <a:xfrm>
          <a:off x="4097387" y="275855"/>
          <a:ext cx="2610929" cy="16579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There are Two Types of Programming language</a:t>
          </a:r>
        </a:p>
      </dsp:txBody>
      <dsp:txXfrm>
        <a:off x="4145946" y="324414"/>
        <a:ext cx="2513811" cy="1560821"/>
      </dsp:txXfrm>
    </dsp:sp>
    <dsp:sp modelId="{3C5C43CF-A86C-4ADB-BC0C-0607DA090C28}">
      <dsp:nvSpPr>
        <dsp:cNvPr id="0" name=""/>
        <dsp:cNvSpPr/>
      </dsp:nvSpPr>
      <dsp:spPr>
        <a:xfrm>
          <a:off x="2211716" y="2417542"/>
          <a:ext cx="2610929" cy="16579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75091D-C706-44D7-AFAD-5771B2A2E21C}">
      <dsp:nvSpPr>
        <dsp:cNvPr id="0" name=""/>
        <dsp:cNvSpPr/>
      </dsp:nvSpPr>
      <dsp:spPr>
        <a:xfrm>
          <a:off x="2501819" y="2693140"/>
          <a:ext cx="2610929" cy="16579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High Level Programming Language</a:t>
          </a:r>
        </a:p>
      </dsp:txBody>
      <dsp:txXfrm>
        <a:off x="2550378" y="2741699"/>
        <a:ext cx="2513811" cy="1560821"/>
      </dsp:txXfrm>
    </dsp:sp>
    <dsp:sp modelId="{93B5F6F4-2E88-43DC-AEEB-ED58D786CEFF}">
      <dsp:nvSpPr>
        <dsp:cNvPr id="0" name=""/>
        <dsp:cNvSpPr/>
      </dsp:nvSpPr>
      <dsp:spPr>
        <a:xfrm>
          <a:off x="5402851" y="2417542"/>
          <a:ext cx="2610929" cy="16579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27D9CF-9A19-4401-A7BC-90C45F77353E}">
      <dsp:nvSpPr>
        <dsp:cNvPr id="0" name=""/>
        <dsp:cNvSpPr/>
      </dsp:nvSpPr>
      <dsp:spPr>
        <a:xfrm>
          <a:off x="5692954" y="2693140"/>
          <a:ext cx="2610929" cy="16579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Low Level Programming Language</a:t>
          </a:r>
        </a:p>
      </dsp:txBody>
      <dsp:txXfrm>
        <a:off x="5741513" y="2741699"/>
        <a:ext cx="2513811" cy="15608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75D4E0-B020-41AB-B6C9-461EFC8C5798}">
      <dsp:nvSpPr>
        <dsp:cNvPr id="0" name=""/>
        <dsp:cNvSpPr/>
      </dsp:nvSpPr>
      <dsp:spPr>
        <a:xfrm>
          <a:off x="0" y="1783"/>
          <a:ext cx="6364224" cy="7600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AA6511-676E-4454-9BD0-ED9E0597DEE2}">
      <dsp:nvSpPr>
        <dsp:cNvPr id="0" name=""/>
        <dsp:cNvSpPr/>
      </dsp:nvSpPr>
      <dsp:spPr>
        <a:xfrm>
          <a:off x="229911" y="172791"/>
          <a:ext cx="418020" cy="4180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996C4-63EE-4532-8CD2-2B42C9E352F4}">
      <dsp:nvSpPr>
        <dsp:cNvPr id="0" name=""/>
        <dsp:cNvSpPr/>
      </dsp:nvSpPr>
      <dsp:spPr>
        <a:xfrm>
          <a:off x="877842" y="1783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Easy for humans to read and write.</a:t>
          </a:r>
        </a:p>
      </dsp:txBody>
      <dsp:txXfrm>
        <a:off x="877842" y="1783"/>
        <a:ext cx="5486381" cy="760036"/>
      </dsp:txXfrm>
    </dsp:sp>
    <dsp:sp modelId="{E05FE686-4F5E-477E-9AB7-B8609879B000}">
      <dsp:nvSpPr>
        <dsp:cNvPr id="0" name=""/>
        <dsp:cNvSpPr/>
      </dsp:nvSpPr>
      <dsp:spPr>
        <a:xfrm>
          <a:off x="0" y="951829"/>
          <a:ext cx="6364224" cy="7600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A6E099-2162-4410-8F24-71AC8B0B3923}">
      <dsp:nvSpPr>
        <dsp:cNvPr id="0" name=""/>
        <dsp:cNvSpPr/>
      </dsp:nvSpPr>
      <dsp:spPr>
        <a:xfrm>
          <a:off x="229911" y="1122837"/>
          <a:ext cx="418020" cy="4180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89759E-59ED-4D35-9758-364F73052189}">
      <dsp:nvSpPr>
        <dsp:cNvPr id="0" name=""/>
        <dsp:cNvSpPr/>
      </dsp:nvSpPr>
      <dsp:spPr>
        <a:xfrm>
          <a:off x="877842" y="951829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Focuses on </a:t>
          </a:r>
          <a:r>
            <a:rPr lang="en-US" sz="1900" b="1" kern="1200"/>
            <a:t>what to do</a:t>
          </a:r>
          <a:r>
            <a:rPr lang="en-US" sz="1900" kern="1200"/>
            <a:t>, not </a:t>
          </a:r>
          <a:r>
            <a:rPr lang="en-US" sz="1900" b="1" kern="1200"/>
            <a:t>how the computer does it</a:t>
          </a:r>
          <a:r>
            <a:rPr lang="en-US" sz="1900" kern="1200"/>
            <a:t>.</a:t>
          </a:r>
        </a:p>
      </dsp:txBody>
      <dsp:txXfrm>
        <a:off x="877842" y="951829"/>
        <a:ext cx="5486381" cy="760036"/>
      </dsp:txXfrm>
    </dsp:sp>
    <dsp:sp modelId="{1A2F667F-6705-428E-AD10-016FF4006898}">
      <dsp:nvSpPr>
        <dsp:cNvPr id="0" name=""/>
        <dsp:cNvSpPr/>
      </dsp:nvSpPr>
      <dsp:spPr>
        <a:xfrm>
          <a:off x="0" y="1901874"/>
          <a:ext cx="6364224" cy="7600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E6A020-2C4D-438E-AA8B-49BA16146566}">
      <dsp:nvSpPr>
        <dsp:cNvPr id="0" name=""/>
        <dsp:cNvSpPr/>
      </dsp:nvSpPr>
      <dsp:spPr>
        <a:xfrm>
          <a:off x="229911" y="2072883"/>
          <a:ext cx="418020" cy="4180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8E4B33-245E-417B-863D-42C0AD05EF06}">
      <dsp:nvSpPr>
        <dsp:cNvPr id="0" name=""/>
        <dsp:cNvSpPr/>
      </dsp:nvSpPr>
      <dsp:spPr>
        <a:xfrm>
          <a:off x="877842" y="1901874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Works on many types of computers.</a:t>
          </a:r>
        </a:p>
      </dsp:txBody>
      <dsp:txXfrm>
        <a:off x="877842" y="1901874"/>
        <a:ext cx="5486381" cy="760036"/>
      </dsp:txXfrm>
    </dsp:sp>
    <dsp:sp modelId="{7D51F738-BDA8-4C09-9C4D-461FCB086B22}">
      <dsp:nvSpPr>
        <dsp:cNvPr id="0" name=""/>
        <dsp:cNvSpPr/>
      </dsp:nvSpPr>
      <dsp:spPr>
        <a:xfrm>
          <a:off x="0" y="2851920"/>
          <a:ext cx="6364224" cy="7600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78BDD6-FF65-4CFE-BD76-A7831D6BC1FE}">
      <dsp:nvSpPr>
        <dsp:cNvPr id="0" name=""/>
        <dsp:cNvSpPr/>
      </dsp:nvSpPr>
      <dsp:spPr>
        <a:xfrm>
          <a:off x="229911" y="3022928"/>
          <a:ext cx="418020" cy="4180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41E857-BF19-4350-BE49-F95F7FD4952F}">
      <dsp:nvSpPr>
        <dsp:cNvPr id="0" name=""/>
        <dsp:cNvSpPr/>
      </dsp:nvSpPr>
      <dsp:spPr>
        <a:xfrm>
          <a:off x="877842" y="2851920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Great for beginners!</a:t>
          </a:r>
        </a:p>
      </dsp:txBody>
      <dsp:txXfrm>
        <a:off x="877842" y="2851920"/>
        <a:ext cx="5486381" cy="760036"/>
      </dsp:txXfrm>
    </dsp:sp>
    <dsp:sp modelId="{57D21E68-E8BD-4B6D-94BF-F53350ACD7F3}">
      <dsp:nvSpPr>
        <dsp:cNvPr id="0" name=""/>
        <dsp:cNvSpPr/>
      </dsp:nvSpPr>
      <dsp:spPr>
        <a:xfrm>
          <a:off x="0" y="3801966"/>
          <a:ext cx="6364224" cy="76003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D8AB2-2F34-4064-9AF9-76DF2180D284}">
      <dsp:nvSpPr>
        <dsp:cNvPr id="0" name=""/>
        <dsp:cNvSpPr/>
      </dsp:nvSpPr>
      <dsp:spPr>
        <a:xfrm>
          <a:off x="229911" y="3972974"/>
          <a:ext cx="418020" cy="4180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C93CEB-C665-4FD4-8A96-05E47C89CCA1}">
      <dsp:nvSpPr>
        <dsp:cNvPr id="0" name=""/>
        <dsp:cNvSpPr/>
      </dsp:nvSpPr>
      <dsp:spPr>
        <a:xfrm>
          <a:off x="877842" y="3801966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Example: </a:t>
          </a:r>
          <a:r>
            <a:rPr lang="en-US" sz="1900" b="1" kern="1200"/>
            <a:t>Python, Java, JavaScript</a:t>
          </a:r>
          <a:endParaRPr lang="en-US" sz="1900" kern="1200"/>
        </a:p>
      </dsp:txBody>
      <dsp:txXfrm>
        <a:off x="877842" y="3801966"/>
        <a:ext cx="5486381" cy="760036"/>
      </dsp:txXfrm>
    </dsp:sp>
    <dsp:sp modelId="{69E9EBE3-6D5D-4502-8512-EBC2D931B88E}">
      <dsp:nvSpPr>
        <dsp:cNvPr id="0" name=""/>
        <dsp:cNvSpPr/>
      </dsp:nvSpPr>
      <dsp:spPr>
        <a:xfrm>
          <a:off x="0" y="4752011"/>
          <a:ext cx="6364224" cy="7600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AB21EA-C42A-42AF-B5C5-04E52209F280}">
      <dsp:nvSpPr>
        <dsp:cNvPr id="0" name=""/>
        <dsp:cNvSpPr/>
      </dsp:nvSpPr>
      <dsp:spPr>
        <a:xfrm>
          <a:off x="229911" y="4923020"/>
          <a:ext cx="418020" cy="4180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12673-1453-482A-8234-6B6AE0E8B317}">
      <dsp:nvSpPr>
        <dsp:cNvPr id="0" name=""/>
        <dsp:cNvSpPr/>
      </dsp:nvSpPr>
      <dsp:spPr>
        <a:xfrm>
          <a:off x="877842" y="4752011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🧩 </a:t>
          </a:r>
          <a:r>
            <a:rPr lang="en-US" sz="1900" i="1" kern="1200"/>
            <a:t>Think of it like speaking in English — the computer translates it for you.</a:t>
          </a:r>
          <a:endParaRPr lang="en-US" sz="1900" kern="1200"/>
        </a:p>
      </dsp:txBody>
      <dsp:txXfrm>
        <a:off x="877842" y="4752011"/>
        <a:ext cx="5486381" cy="7600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DC2BEA-C1FD-466D-8817-5F243F0FDC1C}">
      <dsp:nvSpPr>
        <dsp:cNvPr id="0" name=""/>
        <dsp:cNvSpPr/>
      </dsp:nvSpPr>
      <dsp:spPr>
        <a:xfrm>
          <a:off x="0" y="2715"/>
          <a:ext cx="630372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FF785E-F8DC-4FC4-8540-AFE24791A763}">
      <dsp:nvSpPr>
        <dsp:cNvPr id="0" name=""/>
        <dsp:cNvSpPr/>
      </dsp:nvSpPr>
      <dsp:spPr>
        <a:xfrm>
          <a:off x="0" y="2715"/>
          <a:ext cx="6303729" cy="92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Talks </a:t>
          </a:r>
          <a:r>
            <a:rPr lang="en-US" sz="2200" b="1" kern="1200"/>
            <a:t>directly to the computer’s brain (hardware)</a:t>
          </a:r>
          <a:r>
            <a:rPr lang="en-US" sz="2200" kern="1200"/>
            <a:t>.</a:t>
          </a:r>
        </a:p>
      </dsp:txBody>
      <dsp:txXfrm>
        <a:off x="0" y="2715"/>
        <a:ext cx="6303729" cy="925901"/>
      </dsp:txXfrm>
    </dsp:sp>
    <dsp:sp modelId="{F07291E6-F3D2-468E-9EBE-BABF6484F0AE}">
      <dsp:nvSpPr>
        <dsp:cNvPr id="0" name=""/>
        <dsp:cNvSpPr/>
      </dsp:nvSpPr>
      <dsp:spPr>
        <a:xfrm>
          <a:off x="0" y="928616"/>
          <a:ext cx="6303729" cy="0"/>
        </a:xfrm>
        <a:prstGeom prst="line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C70509-5158-43B7-B7A5-56239388B6D6}">
      <dsp:nvSpPr>
        <dsp:cNvPr id="0" name=""/>
        <dsp:cNvSpPr/>
      </dsp:nvSpPr>
      <dsp:spPr>
        <a:xfrm>
          <a:off x="0" y="928616"/>
          <a:ext cx="6303729" cy="92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Harder for humans to understand.</a:t>
          </a:r>
        </a:p>
      </dsp:txBody>
      <dsp:txXfrm>
        <a:off x="0" y="928616"/>
        <a:ext cx="6303729" cy="925901"/>
      </dsp:txXfrm>
    </dsp:sp>
    <dsp:sp modelId="{0F268955-4FB5-4D7A-9D52-D2156750ED27}">
      <dsp:nvSpPr>
        <dsp:cNvPr id="0" name=""/>
        <dsp:cNvSpPr/>
      </dsp:nvSpPr>
      <dsp:spPr>
        <a:xfrm>
          <a:off x="0" y="1854518"/>
          <a:ext cx="6303729" cy="0"/>
        </a:xfrm>
        <a:prstGeom prst="lin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17063-5EA3-49B8-8C3E-46C64B9BBD21}">
      <dsp:nvSpPr>
        <dsp:cNvPr id="0" name=""/>
        <dsp:cNvSpPr/>
      </dsp:nvSpPr>
      <dsp:spPr>
        <a:xfrm>
          <a:off x="0" y="1854518"/>
          <a:ext cx="6303729" cy="92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Focuses on </a:t>
          </a:r>
          <a:r>
            <a:rPr lang="en-US" sz="2200" b="1" kern="1200"/>
            <a:t>how things work inside the computer</a:t>
          </a:r>
          <a:r>
            <a:rPr lang="en-US" sz="2200" kern="1200"/>
            <a:t>.</a:t>
          </a:r>
        </a:p>
      </dsp:txBody>
      <dsp:txXfrm>
        <a:off x="0" y="1854518"/>
        <a:ext cx="6303729" cy="925901"/>
      </dsp:txXfrm>
    </dsp:sp>
    <dsp:sp modelId="{0D1E0CB4-E5D8-4935-B785-B27AF9728621}">
      <dsp:nvSpPr>
        <dsp:cNvPr id="0" name=""/>
        <dsp:cNvSpPr/>
      </dsp:nvSpPr>
      <dsp:spPr>
        <a:xfrm>
          <a:off x="0" y="2780419"/>
          <a:ext cx="6303729" cy="0"/>
        </a:xfrm>
        <a:prstGeom prst="line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F85092-2029-4FD1-814A-9BAC1283475B}">
      <dsp:nvSpPr>
        <dsp:cNvPr id="0" name=""/>
        <dsp:cNvSpPr/>
      </dsp:nvSpPr>
      <dsp:spPr>
        <a:xfrm>
          <a:off x="0" y="2780419"/>
          <a:ext cx="6303729" cy="92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Used when you need the program to be super fast.</a:t>
          </a:r>
        </a:p>
      </dsp:txBody>
      <dsp:txXfrm>
        <a:off x="0" y="2780419"/>
        <a:ext cx="6303729" cy="925901"/>
      </dsp:txXfrm>
    </dsp:sp>
    <dsp:sp modelId="{7F8904EA-7587-45D3-BD73-F08E322131A1}">
      <dsp:nvSpPr>
        <dsp:cNvPr id="0" name=""/>
        <dsp:cNvSpPr/>
      </dsp:nvSpPr>
      <dsp:spPr>
        <a:xfrm>
          <a:off x="0" y="3706320"/>
          <a:ext cx="6303729" cy="0"/>
        </a:xfrm>
        <a:prstGeom prst="lin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93372F-2381-4858-8EB0-7470CA507B1F}">
      <dsp:nvSpPr>
        <dsp:cNvPr id="0" name=""/>
        <dsp:cNvSpPr/>
      </dsp:nvSpPr>
      <dsp:spPr>
        <a:xfrm>
          <a:off x="0" y="3706320"/>
          <a:ext cx="6303729" cy="92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Example: </a:t>
          </a:r>
          <a:r>
            <a:rPr lang="en-US" sz="2200" b="1" kern="1200"/>
            <a:t>Assembly, Machine Code</a:t>
          </a:r>
          <a:endParaRPr lang="en-US" sz="2200" kern="1200"/>
        </a:p>
      </dsp:txBody>
      <dsp:txXfrm>
        <a:off x="0" y="3706320"/>
        <a:ext cx="6303729" cy="925901"/>
      </dsp:txXfrm>
    </dsp:sp>
    <dsp:sp modelId="{018840D1-6F7B-4325-9EB6-02A8A1E2E41E}">
      <dsp:nvSpPr>
        <dsp:cNvPr id="0" name=""/>
        <dsp:cNvSpPr/>
      </dsp:nvSpPr>
      <dsp:spPr>
        <a:xfrm>
          <a:off x="0" y="4632222"/>
          <a:ext cx="6303729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F897F-E9C6-4444-9F6C-AD88F0494F10}">
      <dsp:nvSpPr>
        <dsp:cNvPr id="0" name=""/>
        <dsp:cNvSpPr/>
      </dsp:nvSpPr>
      <dsp:spPr>
        <a:xfrm>
          <a:off x="0" y="4632222"/>
          <a:ext cx="6303729" cy="92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🧩 </a:t>
          </a:r>
          <a:r>
            <a:rPr lang="en-US" sz="2200" i="1" kern="1200"/>
            <a:t>Think of it like speaking in the computer’s own secret language — very powerful but hard to learn.</a:t>
          </a:r>
          <a:endParaRPr lang="en-US" sz="2200" kern="1200"/>
        </a:p>
      </dsp:txBody>
      <dsp:txXfrm>
        <a:off x="0" y="4632222"/>
        <a:ext cx="6303729" cy="9259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E0C431-E8BD-4282-B5D4-AAB103DDD870}">
      <dsp:nvSpPr>
        <dsp:cNvPr id="0" name=""/>
        <dsp:cNvSpPr/>
      </dsp:nvSpPr>
      <dsp:spPr>
        <a:xfrm>
          <a:off x="0" y="1331734"/>
          <a:ext cx="6666833" cy="765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74904" rIns="51742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Examples: </a:t>
          </a:r>
          <a:r>
            <a:rPr lang="en-US" sz="1800" kern="1200"/>
            <a:t>hello.py, game.py, math_quiz.py</a:t>
          </a:r>
        </a:p>
      </dsp:txBody>
      <dsp:txXfrm>
        <a:off x="0" y="1331734"/>
        <a:ext cx="6666833" cy="765450"/>
      </dsp:txXfrm>
    </dsp:sp>
    <dsp:sp modelId="{3D98A440-3078-455C-B619-0ACEC87288D4}">
      <dsp:nvSpPr>
        <dsp:cNvPr id="0" name=""/>
        <dsp:cNvSpPr/>
      </dsp:nvSpPr>
      <dsp:spPr>
        <a:xfrm>
          <a:off x="333341" y="1066054"/>
          <a:ext cx="4666783" cy="5313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Extension:</a:t>
          </a:r>
          <a:r>
            <a:rPr lang="en-US" sz="1800" kern="1200"/>
            <a:t> Python files </a:t>
          </a:r>
          <a:r>
            <a:rPr lang="en-US" sz="1800" b="1" kern="1200"/>
            <a:t>must</a:t>
          </a:r>
          <a:r>
            <a:rPr lang="en-US" sz="1800" kern="1200"/>
            <a:t> end with </a:t>
          </a:r>
          <a:r>
            <a:rPr lang="en-US" sz="1800" b="1" kern="1200"/>
            <a:t>.py</a:t>
          </a:r>
          <a:endParaRPr lang="en-US" sz="1800" kern="1200"/>
        </a:p>
      </dsp:txBody>
      <dsp:txXfrm>
        <a:off x="359280" y="1091993"/>
        <a:ext cx="4614905" cy="479482"/>
      </dsp:txXfrm>
    </dsp:sp>
    <dsp:sp modelId="{93017E64-788C-4A06-8B33-C3906BC537AF}">
      <dsp:nvSpPr>
        <dsp:cNvPr id="0" name=""/>
        <dsp:cNvSpPr/>
      </dsp:nvSpPr>
      <dsp:spPr>
        <a:xfrm>
          <a:off x="0" y="2460064"/>
          <a:ext cx="6666833" cy="192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74904" rIns="51742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Use </a:t>
          </a:r>
          <a:r>
            <a:rPr lang="en-US" sz="1800" b="1" kern="1200"/>
            <a:t>lowercase</a:t>
          </a:r>
          <a:r>
            <a:rPr lang="en-US" sz="1800" kern="1200"/>
            <a:t> letters, </a:t>
          </a:r>
          <a:r>
            <a:rPr lang="en-US" sz="1800" b="1" kern="1200"/>
            <a:t>numbers</a:t>
          </a:r>
          <a:r>
            <a:rPr lang="en-US" sz="1800" kern="1200"/>
            <a:t>, and </a:t>
          </a:r>
          <a:r>
            <a:rPr lang="en-US" sz="1800" b="1" kern="1200"/>
            <a:t>underscores</a:t>
          </a:r>
          <a:r>
            <a:rPr lang="en-US" sz="1800" kern="1200"/>
            <a:t> (snake_case).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No spaces</a:t>
          </a:r>
          <a:r>
            <a:rPr lang="en-US" sz="1800" kern="1200"/>
            <a:t> and </a:t>
          </a:r>
          <a:r>
            <a:rPr lang="en-US" sz="1800" b="1" kern="1200"/>
            <a:t>no special symbols</a:t>
          </a:r>
          <a:r>
            <a:rPr lang="en-US" sz="1800" kern="1200"/>
            <a:t>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Start with a </a:t>
          </a:r>
          <a:r>
            <a:rPr lang="en-US" sz="1800" b="1" kern="1200"/>
            <a:t>letter</a:t>
          </a:r>
          <a:r>
            <a:rPr lang="en-US" sz="1800" kern="1200"/>
            <a:t> (not a number).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One project can have many files, each ending with .py</a:t>
          </a:r>
        </a:p>
      </dsp:txBody>
      <dsp:txXfrm>
        <a:off x="0" y="2460064"/>
        <a:ext cx="6666833" cy="1927800"/>
      </dsp:txXfrm>
    </dsp:sp>
    <dsp:sp modelId="{BFF349A8-B1D2-43A0-876E-B537232AED99}">
      <dsp:nvSpPr>
        <dsp:cNvPr id="0" name=""/>
        <dsp:cNvSpPr/>
      </dsp:nvSpPr>
      <dsp:spPr>
        <a:xfrm>
          <a:off x="333341" y="2194385"/>
          <a:ext cx="4666783" cy="5313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Good file name rules:</a:t>
          </a:r>
          <a:endParaRPr lang="en-US" sz="1800" kern="1200"/>
        </a:p>
      </dsp:txBody>
      <dsp:txXfrm>
        <a:off x="359280" y="2220324"/>
        <a:ext cx="4614905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5376" y="638763"/>
            <a:ext cx="9113848" cy="4109402"/>
          </a:xfrm>
        </p:spPr>
        <p:txBody>
          <a:bodyPr anchor="t">
            <a:normAutofit/>
          </a:bodyPr>
          <a:lstStyle/>
          <a:p>
            <a:pPr algn="r"/>
            <a:r>
              <a:rPr lang="en-US" sz="8000" dirty="0" err="1">
                <a:solidFill>
                  <a:srgbClr val="FFFFFF"/>
                </a:solidFill>
                <a:ea typeface="+mj-lt"/>
                <a:cs typeface="+mj-lt"/>
              </a:rPr>
              <a:t>SkolarAi</a:t>
            </a:r>
            <a:r>
              <a:rPr lang="en-US" sz="8000" dirty="0">
                <a:solidFill>
                  <a:srgbClr val="FFFFFF"/>
                </a:solidFill>
                <a:ea typeface="+mj-lt"/>
                <a:cs typeface="+mj-lt"/>
              </a:rPr>
              <a:t> Robo Club</a:t>
            </a:r>
            <a:endParaRPr lang="en-US" sz="800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Module 1: Getting Started with Python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B6B3F-D368-6A9E-60E8-D0EA2B1D3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3800" b="1">
                <a:ea typeface="+mj-lt"/>
                <a:cs typeface="+mj-lt"/>
              </a:rPr>
              <a:t>1. What is Programming?</a:t>
            </a:r>
            <a:endParaRPr lang="en-US" sz="38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88123A-DC18-8726-1A07-D01A40E040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543504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763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DD440-FC1E-7D78-03BE-5C99B069B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ea typeface="+mj-lt"/>
                <a:cs typeface="+mj-lt"/>
              </a:rPr>
              <a:t>🧠 Example Analogy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11DF7-269F-CE15-9A1F-2F73291A6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/>
            <a:r>
              <a:rPr lang="en-US" dirty="0">
                <a:ea typeface="+mn-lt"/>
                <a:cs typeface="+mn-lt"/>
              </a:rPr>
              <a:t>Writing code is like teaching a robot how to make a sandwich — you give it clear steps like “Take bread”, “Add butter”, “Put cheese”, etc.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31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FA29E-5387-2860-97BA-DC7E5E695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Programming language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F2A81F-3028-DD91-5C79-91D517D13A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57986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1571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DA276-1C3C-35D0-FD31-6FE098B1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💬 High-Level Language</a:t>
            </a:r>
            <a:endParaRPr lang="en-US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AA461E-0588-EAC0-FCDC-F35A2FDEC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115163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722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7BE14A-E2FA-02BE-E6B2-A72887DCF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⚙️ Low-Level Language</a:t>
            </a: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03CC56-547F-F1D2-CAD7-45CD45A6CC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08426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9447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E8761-11E1-4C98-2271-EEB625684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🚀 Quick Summary Table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0234E46-F7FB-1C4F-DEC3-74E2B0187D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7049410"/>
              </p:ext>
            </p:extLst>
          </p:nvPr>
        </p:nvGraphicFramePr>
        <p:xfrm>
          <a:off x="824345" y="2947843"/>
          <a:ext cx="10515600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69897216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921666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236711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555020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072010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Type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Easy to Understand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Works on Many Computers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Speed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Examples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412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High-Level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 Yes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 Yes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⚡ Medium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Python, Java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884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Low-Level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❌ No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❌ No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⚡⚡ Very Fast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Assembly, Binary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329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8600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59E433-045B-6D4F-3171-EFFA1D142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is Python?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C0F46-917B-6E2C-02E7-E0D8357B1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Python is a </a:t>
            </a:r>
            <a:r>
              <a:rPr lang="en-US" b="1" dirty="0">
                <a:ea typeface="+mn-lt"/>
                <a:cs typeface="+mn-lt"/>
              </a:rPr>
              <a:t>high-level programming language</a:t>
            </a:r>
            <a:r>
              <a:rPr lang="en-US" dirty="0">
                <a:ea typeface="+mn-lt"/>
                <a:cs typeface="+mn-lt"/>
              </a:rPr>
              <a:t> — easy to read and write.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Used in </a:t>
            </a:r>
            <a:r>
              <a:rPr lang="en-US" b="1" dirty="0">
                <a:ea typeface="+mn-lt"/>
                <a:cs typeface="+mn-lt"/>
              </a:rPr>
              <a:t>games, AI, web apps, robots, and even space research</a:t>
            </a:r>
            <a:r>
              <a:rPr lang="en-US" dirty="0">
                <a:ea typeface="+mn-lt"/>
                <a:cs typeface="+mn-lt"/>
              </a:rPr>
              <a:t>!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Created by </a:t>
            </a:r>
            <a:r>
              <a:rPr lang="en-US" b="1" dirty="0">
                <a:ea typeface="+mn-lt"/>
                <a:cs typeface="+mn-lt"/>
              </a:rPr>
              <a:t>Guido van Rossum</a:t>
            </a:r>
            <a:r>
              <a:rPr lang="en-US" dirty="0">
                <a:ea typeface="+mn-lt"/>
                <a:cs typeface="+mn-lt"/>
              </a:rPr>
              <a:t> in 1991.</a:t>
            </a:r>
          </a:p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3679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36A50C-DE55-FD21-3623-6A799AA2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💻 Setting Up Python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916A8-3AE1-0A0B-3384-9A50D830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Install Python</a:t>
            </a:r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Install VS Code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5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0F4FCE-AA14-BF8E-EFD8-BDCBEA399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Aptos"/>
              </a:rPr>
              <a:t>You can write Python code in:</a:t>
            </a:r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59125-8934-E4A6-3118-6354B641B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lvl="7"/>
            <a:r>
              <a:rPr lang="en-US" sz="2200" b="1" dirty="0">
                <a:ea typeface="+mn-lt"/>
                <a:cs typeface="+mn-lt"/>
              </a:rPr>
              <a:t>VS-Code </a:t>
            </a:r>
            <a:r>
              <a:rPr lang="en-US" sz="2200" dirty="0">
                <a:ea typeface="+mn-lt"/>
                <a:cs typeface="+mn-lt"/>
              </a:rPr>
              <a:t>(recommended)</a:t>
            </a:r>
            <a:endParaRPr lang="en-US" sz="2200" dirty="0"/>
          </a:p>
          <a:p>
            <a:pPr lvl="7"/>
            <a:r>
              <a:rPr lang="en-US" sz="2200" b="1">
                <a:ea typeface="+mn-lt"/>
                <a:cs typeface="+mn-lt"/>
              </a:rPr>
              <a:t>Replit</a:t>
            </a:r>
            <a:r>
              <a:rPr lang="en-US" sz="2200">
                <a:ea typeface="+mn-lt"/>
                <a:cs typeface="+mn-lt"/>
              </a:rPr>
              <a:t> (works in browser)</a:t>
            </a:r>
            <a:endParaRPr lang="en-US" sz="2200"/>
          </a:p>
          <a:p>
            <a:pPr lvl="7"/>
            <a:r>
              <a:rPr lang="en-US" sz="2200" b="1" dirty="0">
                <a:ea typeface="+mn-lt"/>
                <a:cs typeface="+mn-lt"/>
              </a:rPr>
              <a:t>IDLE</a:t>
            </a:r>
            <a:r>
              <a:rPr lang="en-US" sz="2200" dirty="0">
                <a:ea typeface="+mn-lt"/>
                <a:cs typeface="+mn-lt"/>
              </a:rPr>
              <a:t> (comes with Python)</a:t>
            </a:r>
            <a:endParaRPr lang="en-US" sz="2200" dirty="0"/>
          </a:p>
          <a:p>
            <a:pPr lvl="7"/>
            <a:endParaRPr lang="en-US" sz="22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Save files with </a:t>
            </a:r>
            <a:r>
              <a:rPr lang="en-US" sz="2200">
                <a:latin typeface="Consolas"/>
              </a:rPr>
              <a:t>.py</a:t>
            </a:r>
            <a:r>
              <a:rPr lang="en-US" sz="2200">
                <a:ea typeface="+mn-lt"/>
                <a:cs typeface="+mn-lt"/>
              </a:rPr>
              <a:t> extension, e.g., </a:t>
            </a:r>
            <a:r>
              <a:rPr lang="en-US" sz="2200">
                <a:latin typeface="Consolas"/>
              </a:rPr>
              <a:t>hello.py</a:t>
            </a:r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814335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DDFB9-B551-07FE-240A-4E14092D5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Example Code/Program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8E351-584F-A467-316B-531316C74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/>
              </a:rPr>
              <a:t>
</a:t>
            </a:r>
            <a:endParaRPr lang="en-US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🧩 Output:</a:t>
            </a:r>
          </a:p>
          <a:p>
            <a:pPr marL="0" indent="0">
              <a:buNone/>
            </a:pPr>
            <a:r>
              <a:rPr lang="en-US" dirty="0">
                <a:latin typeface="Consolas"/>
              </a:rPr>
              <a:t>
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420ECD-CCC0-4258-E4BA-899C61FAA46B}"/>
              </a:ext>
            </a:extLst>
          </p:cNvPr>
          <p:cNvSpPr txBox="1"/>
          <p:nvPr/>
        </p:nvSpPr>
        <p:spPr>
          <a:xfrm>
            <a:off x="2855118" y="1952624"/>
            <a:ext cx="4812506" cy="523220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tx2">
                    <a:lumMod val="49000"/>
                    <a:lumOff val="51000"/>
                  </a:schemeClr>
                </a:solidFill>
                <a:latin typeface="Consolas"/>
              </a:rPr>
              <a:t>print(</a:t>
            </a:r>
            <a:r>
              <a:rPr lang="en-US" sz="2800" dirty="0">
                <a:solidFill>
                  <a:schemeClr val="accent2"/>
                </a:solidFill>
                <a:latin typeface="Consolas"/>
              </a:rPr>
              <a:t>"Python is fun!"</a:t>
            </a:r>
            <a:r>
              <a:rPr lang="en-US" sz="2800" dirty="0">
                <a:solidFill>
                  <a:schemeClr val="tx2">
                    <a:lumMod val="49000"/>
                    <a:lumOff val="51000"/>
                  </a:schemeClr>
                </a:solidFill>
                <a:latin typeface="Consolas"/>
              </a:rPr>
              <a:t>)</a:t>
            </a:r>
            <a:endParaRPr lang="en-US">
              <a:solidFill>
                <a:schemeClr val="tx2">
                  <a:lumMod val="49000"/>
                  <a:lumOff val="51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30153-1897-BBCF-7FE5-6D35562FA3E9}"/>
              </a:ext>
            </a:extLst>
          </p:cNvPr>
          <p:cNvSpPr txBox="1"/>
          <p:nvPr/>
        </p:nvSpPr>
        <p:spPr>
          <a:xfrm>
            <a:off x="2857500" y="3298031"/>
            <a:ext cx="4810125" cy="5232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Consolas"/>
              </a:rPr>
              <a:t>Python is fun!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942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8EC40F-875A-F156-E694-36A7F1254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File names &amp; extensions (super important!)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1F5A1E-611D-75DC-1C2E-9BD9F56DBE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193846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1947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7F7B-5FA4-6795-A46D-2279AA049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Using the print()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1D636-238E-4AF2-709F-748E2FEB6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onsolas"/>
              </a:rPr>
              <a:t>print()</a:t>
            </a:r>
            <a:r>
              <a:rPr lang="en-US" dirty="0">
                <a:ea typeface="+mn-lt"/>
                <a:cs typeface="+mn-lt"/>
              </a:rPr>
              <a:t> is used to </a:t>
            </a:r>
            <a:r>
              <a:rPr lang="en-US" b="1" dirty="0">
                <a:ea typeface="+mn-lt"/>
                <a:cs typeface="+mn-lt"/>
              </a:rPr>
              <a:t>show messages on the screen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Anything inside quotes (</a:t>
            </a:r>
            <a:r>
              <a:rPr lang="en-US" dirty="0">
                <a:latin typeface="Consolas"/>
              </a:rPr>
              <a:t>" "</a:t>
            </a:r>
            <a:r>
              <a:rPr lang="en-US" dirty="0">
                <a:ea typeface="+mn-lt"/>
                <a:cs typeface="+mn-lt"/>
              </a:rPr>
              <a:t>) is text.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You can print numbers, words, or both.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8F064B-D13A-2DBD-FF84-B6FDE9365725}"/>
              </a:ext>
            </a:extLst>
          </p:cNvPr>
          <p:cNvSpPr txBox="1"/>
          <p:nvPr/>
        </p:nvSpPr>
        <p:spPr>
          <a:xfrm>
            <a:off x="1166812" y="3750469"/>
            <a:ext cx="3869531" cy="1477328"/>
          </a:xfrm>
          <a:prstGeom prst="rect">
            <a:avLst/>
          </a:prstGeom>
          <a:solidFill>
            <a:schemeClr val="tx2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solidFill>
                <a:schemeClr val="tx2">
                  <a:lumMod val="49000"/>
                  <a:lumOff val="51000"/>
                </a:schemeClr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print(</a:t>
            </a: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"Hello, my name is Avinash"</a:t>
            </a:r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print(</a:t>
            </a: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"I am learning Python!"</a:t>
            </a:r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)</a:t>
            </a:r>
            <a:endParaRPr lang="en-US" dirty="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print(</a:t>
            </a:r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5 + 3</a:t>
            </a:r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)</a:t>
            </a:r>
            <a:endParaRPr lang="en-US" dirty="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5A2280-D7FA-22CA-25D0-6C136F120776}"/>
              </a:ext>
            </a:extLst>
          </p:cNvPr>
          <p:cNvSpPr txBox="1"/>
          <p:nvPr/>
        </p:nvSpPr>
        <p:spPr>
          <a:xfrm>
            <a:off x="6953250" y="3752850"/>
            <a:ext cx="3346450" cy="1477328"/>
          </a:xfrm>
          <a:prstGeom prst="rect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r>
              <a:rPr lang="en-US" dirty="0"/>
              <a:t>Hello, my name is Avinash</a:t>
            </a:r>
          </a:p>
          <a:p>
            <a:r>
              <a:rPr lang="en-US" dirty="0"/>
              <a:t>I am learning Python!</a:t>
            </a:r>
          </a:p>
          <a:p>
            <a:r>
              <a:rPr lang="en-US" dirty="0"/>
              <a:t>8 </a:t>
            </a:r>
          </a:p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6B3A271-6BE6-37AC-3EA2-E9D0CE77B062}"/>
              </a:ext>
            </a:extLst>
          </p:cNvPr>
          <p:cNvSpPr/>
          <p:nvPr/>
        </p:nvSpPr>
        <p:spPr>
          <a:xfrm>
            <a:off x="5078412" y="4329112"/>
            <a:ext cx="1785937" cy="3333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3E771-137C-FDBF-B142-AB9EBDE17D9E}"/>
              </a:ext>
            </a:extLst>
          </p:cNvPr>
          <p:cNvSpPr txBox="1"/>
          <p:nvPr/>
        </p:nvSpPr>
        <p:spPr>
          <a:xfrm>
            <a:off x="5462587" y="3998118"/>
            <a:ext cx="10096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112662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44869-DF2A-2C52-BC1F-FA6669905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Comments – Talking to Yourself in 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E8124-315D-A674-55C3-E70D57059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Comments are </a:t>
            </a:r>
            <a:r>
              <a:rPr lang="en-US" b="1" dirty="0">
                <a:ea typeface="+mn-lt"/>
                <a:cs typeface="+mn-lt"/>
              </a:rPr>
              <a:t>notes</a:t>
            </a:r>
            <a:r>
              <a:rPr lang="en-US" dirty="0">
                <a:ea typeface="+mn-lt"/>
                <a:cs typeface="+mn-lt"/>
              </a:rPr>
              <a:t> for humans, not the computer.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Start with </a:t>
            </a:r>
            <a:r>
              <a:rPr lang="en-US" dirty="0">
                <a:latin typeface="Consolas"/>
              </a:rPr>
              <a:t>#</a:t>
            </a:r>
            <a:r>
              <a:rPr lang="en-US" dirty="0">
                <a:ea typeface="+mn-lt"/>
                <a:cs typeface="+mn-lt"/>
              </a:rPr>
              <a:t>, and Python will </a:t>
            </a:r>
            <a:r>
              <a:rPr lang="en-US" b="1" dirty="0">
                <a:ea typeface="+mn-lt"/>
                <a:cs typeface="+mn-lt"/>
              </a:rPr>
              <a:t>ignore</a:t>
            </a:r>
            <a:r>
              <a:rPr lang="en-US" dirty="0">
                <a:ea typeface="+mn-lt"/>
                <a:cs typeface="+mn-lt"/>
              </a:rPr>
              <a:t> that line.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1ACC6-D7B6-ADCC-B857-1D800BE00B7C}"/>
              </a:ext>
            </a:extLst>
          </p:cNvPr>
          <p:cNvSpPr txBox="1"/>
          <p:nvPr/>
        </p:nvSpPr>
        <p:spPr>
          <a:xfrm>
            <a:off x="608012" y="3750469"/>
            <a:ext cx="4453731" cy="1200329"/>
          </a:xfrm>
          <a:prstGeom prst="rect">
            <a:avLst/>
          </a:prstGeom>
          <a:solidFill>
            <a:schemeClr val="tx2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solidFill>
                <a:schemeClr val="tx2">
                  <a:lumMod val="49000"/>
                  <a:lumOff val="51000"/>
                </a:schemeClr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chemeClr val="bg2"/>
                </a:solidFill>
                <a:ea typeface="+mn-lt"/>
                <a:cs typeface="+mn-lt"/>
              </a:rPr>
              <a:t># This is a comment</a:t>
            </a:r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print(</a:t>
            </a: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"Hi!"</a:t>
            </a:r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)  </a:t>
            </a:r>
            <a:r>
              <a:rPr lang="en-US" dirty="0">
                <a:solidFill>
                  <a:schemeClr val="bg2"/>
                </a:solidFill>
                <a:ea typeface="+mn-lt"/>
                <a:cs typeface="+mn-lt"/>
              </a:rPr>
              <a:t># This prints Hi on the</a:t>
            </a:r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bg2"/>
                </a:solidFill>
                <a:ea typeface="+mn-lt"/>
                <a:cs typeface="+mn-lt"/>
              </a:rPr>
              <a:t>screen</a:t>
            </a:r>
            <a:endParaRPr lang="en-US" dirty="0">
              <a:solidFill>
                <a:schemeClr val="bg2"/>
              </a:solidFill>
            </a:endParaRPr>
          </a:p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9E6E82-C712-A401-A180-AE3E4018BBF3}"/>
              </a:ext>
            </a:extLst>
          </p:cNvPr>
          <p:cNvSpPr txBox="1"/>
          <p:nvPr/>
        </p:nvSpPr>
        <p:spPr>
          <a:xfrm>
            <a:off x="6991350" y="3892550"/>
            <a:ext cx="3346450" cy="923330"/>
          </a:xfrm>
          <a:prstGeom prst="rect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Hi!</a:t>
            </a:r>
          </a:p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C481FBF-08E7-D9CF-2390-DA58F31AEDA2}"/>
              </a:ext>
            </a:extLst>
          </p:cNvPr>
          <p:cNvSpPr/>
          <p:nvPr/>
        </p:nvSpPr>
        <p:spPr>
          <a:xfrm>
            <a:off x="5091112" y="4221162"/>
            <a:ext cx="1785937" cy="3333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BF76B6-359C-03DC-D98E-3325EB41F71B}"/>
              </a:ext>
            </a:extLst>
          </p:cNvPr>
          <p:cNvSpPr txBox="1"/>
          <p:nvPr/>
        </p:nvSpPr>
        <p:spPr>
          <a:xfrm>
            <a:off x="5475287" y="3890168"/>
            <a:ext cx="10096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548460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0F235-D714-2345-3080-A808167A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Common Mistakes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D7B3AAC-CFE3-1316-DC1D-91AC8CD623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5924409"/>
              </p:ext>
            </p:extLst>
          </p:nvPr>
        </p:nvGraphicFramePr>
        <p:xfrm>
          <a:off x="979206" y="1926266"/>
          <a:ext cx="10233588" cy="4357527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65000"/>
                    <a:lumOff val="35000"/>
                  </a:schemeClr>
                </a:solidFill>
                <a:tableStyleId>{5C22544A-7EE6-4342-B048-85BDC9FD1C3A}</a:tableStyleId>
              </a:tblPr>
              <a:tblGrid>
                <a:gridCol w="3370427">
                  <a:extLst>
                    <a:ext uri="{9D8B030D-6E8A-4147-A177-3AD203B41FA5}">
                      <a16:colId xmlns:a16="http://schemas.microsoft.com/office/drawing/2014/main" val="2728092393"/>
                    </a:ext>
                  </a:extLst>
                </a:gridCol>
                <a:gridCol w="3038450">
                  <a:extLst>
                    <a:ext uri="{9D8B030D-6E8A-4147-A177-3AD203B41FA5}">
                      <a16:colId xmlns:a16="http://schemas.microsoft.com/office/drawing/2014/main" val="3473764469"/>
                    </a:ext>
                  </a:extLst>
                </a:gridCol>
                <a:gridCol w="3824711">
                  <a:extLst>
                    <a:ext uri="{9D8B030D-6E8A-4147-A177-3AD203B41FA5}">
                      <a16:colId xmlns:a16="http://schemas.microsoft.com/office/drawing/2014/main" val="3105728544"/>
                    </a:ext>
                  </a:extLst>
                </a:gridCol>
              </a:tblGrid>
              <a:tr h="749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bg1"/>
                          </a:solidFill>
                        </a:rPr>
                        <a:t>Mistake</a:t>
                      </a:r>
                    </a:p>
                  </a:txBody>
                  <a:tcPr marL="171049" marR="171049" marT="85524" marB="171049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bg1"/>
                          </a:solidFill>
                        </a:rPr>
                        <a:t>Problem</a:t>
                      </a:r>
                    </a:p>
                  </a:txBody>
                  <a:tcPr marL="171049" marR="171049" marT="85524" marB="17104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bg1"/>
                          </a:solidFill>
                        </a:rPr>
                        <a:t>Fix</a:t>
                      </a:r>
                    </a:p>
                  </a:txBody>
                  <a:tcPr marL="171049" marR="171049" marT="85524" marB="17104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029645"/>
                  </a:ext>
                </a:extLst>
              </a:tr>
              <a:tr h="749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bg1"/>
                          </a:solidFill>
                          <a:latin typeface="Courier New"/>
                        </a:rPr>
                        <a:t>print(Hello)</a:t>
                      </a:r>
                    </a:p>
                  </a:txBody>
                  <a:tcPr marL="171049" marR="171049" marT="85524" marB="1710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bg1"/>
                          </a:solidFill>
                        </a:rPr>
                        <a:t>Missing quotes</a:t>
                      </a:r>
                    </a:p>
                  </a:txBody>
                  <a:tcPr marL="171049" marR="171049" marT="85524" marB="1710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bg1"/>
                          </a:solidFill>
                          <a:latin typeface="Courier New"/>
                        </a:rPr>
                        <a:t>print("Hello")</a:t>
                      </a:r>
                    </a:p>
                  </a:txBody>
                  <a:tcPr marL="171049" marR="171049" marT="85524" marB="1710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378985"/>
                  </a:ext>
                </a:extLst>
              </a:tr>
              <a:tr h="1655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bg1"/>
                          </a:solidFill>
                          <a:latin typeface="Courier New"/>
                        </a:rPr>
                        <a:t>Print("Hi")</a:t>
                      </a:r>
                    </a:p>
                  </a:txBody>
                  <a:tcPr marL="171049" marR="171049" marT="85524" marB="1710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bg1"/>
                          </a:solidFill>
                        </a:rPr>
                        <a:t>Case-sensitive (should be lowercase)</a:t>
                      </a:r>
                    </a:p>
                  </a:txBody>
                  <a:tcPr marL="171049" marR="171049" marT="85524" marB="1710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bg1"/>
                          </a:solidFill>
                          <a:latin typeface="Courier New"/>
                        </a:rPr>
                        <a:t>print("Hi")</a:t>
                      </a:r>
                    </a:p>
                  </a:txBody>
                  <a:tcPr marL="171049" marR="171049" marT="85524" marB="1710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918694"/>
                  </a:ext>
                </a:extLst>
              </a:tr>
              <a:tr h="1202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bg1"/>
                          </a:solidFill>
                        </a:rPr>
                        <a:t>Forgetting brackets</a:t>
                      </a:r>
                    </a:p>
                  </a:txBody>
                  <a:tcPr marL="171049" marR="171049" marT="85524" marB="1710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bg1"/>
                          </a:solidFill>
                        </a:rPr>
                        <a:t>Function call missing</a:t>
                      </a:r>
                    </a:p>
                  </a:txBody>
                  <a:tcPr marL="171049" marR="171049" marT="85524" marB="1710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bg1"/>
                          </a:solidFill>
                          <a:latin typeface="Courier New"/>
                        </a:rPr>
                        <a:t>print("Hi")</a:t>
                      </a:r>
                      <a:r>
                        <a:rPr lang="en-US" sz="3000" cap="none" spc="0">
                          <a:solidFill>
                            <a:schemeClr val="bg1"/>
                          </a:solidFill>
                        </a:rPr>
                        <a:t> not </a:t>
                      </a:r>
                      <a:r>
                        <a:rPr lang="en-US" sz="3000" cap="none" spc="0">
                          <a:solidFill>
                            <a:schemeClr val="bg1"/>
                          </a:solidFill>
                          <a:latin typeface="Courier New"/>
                        </a:rPr>
                        <a:t>print "Hi"</a:t>
                      </a:r>
                    </a:p>
                  </a:txBody>
                  <a:tcPr marL="171049" marR="171049" marT="85524" marB="1710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552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002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B7D82-AD04-4847-7151-73CB37ECB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Mini Activities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E20861C-685E-2E59-CB25-13D039B01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Activity 1 – My First Program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print your name, age, and favorite hobby.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94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24C42-132D-4F55-8B58-C0B6C0B0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E914E-B5D0-7137-47F0-AA7A3AAC9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Activity 2 – Fun Shapes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Create simple text art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  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742E4-D470-2C6C-1AAD-0F0C6D20CC00}"/>
              </a:ext>
            </a:extLst>
          </p:cNvPr>
          <p:cNvSpPr txBox="1"/>
          <p:nvPr/>
        </p:nvSpPr>
        <p:spPr>
          <a:xfrm>
            <a:off x="4607718" y="3083719"/>
            <a:ext cx="916781" cy="1200329"/>
          </a:xfrm>
          <a:prstGeom prst="rect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      *  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   *** 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 ***** </a:t>
            </a:r>
            <a:endParaRPr lang="en-US" dirty="0"/>
          </a:p>
          <a:p>
            <a:pPr algn="l"/>
            <a:r>
              <a:rPr lang="en-US" dirty="0">
                <a:ea typeface="+mn-lt"/>
                <a:cs typeface="+mn-lt"/>
              </a:rPr>
              <a:t>*******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783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BCDB-3CDE-FD64-B858-FEA175E3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9871F-15ED-B7F2-DF04-05CF0EC6D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Activity 3 – Code Detective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Fix the given buggy code.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 </a:t>
            </a:r>
          </a:p>
          <a:p>
            <a:pPr marL="0" indent="0">
              <a:buNone/>
            </a:pPr>
            <a:r>
              <a:rPr lang="en-US" dirty="0"/>
              <a:t>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089CC-8696-D4F3-B419-52D5F36C08A4}"/>
              </a:ext>
            </a:extLst>
          </p:cNvPr>
          <p:cNvSpPr txBox="1"/>
          <p:nvPr/>
        </p:nvSpPr>
        <p:spPr>
          <a:xfrm>
            <a:off x="3988593" y="2964655"/>
            <a:ext cx="2432050" cy="923330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print(</a:t>
            </a: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"Hello World)</a:t>
            </a:r>
          </a:p>
          <a:p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Print("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Python </a:t>
            </a: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  <a:ea typeface="+mn-lt"/>
                <a:cs typeface="+mn-lt"/>
              </a:rPr>
              <a:t>is</a:t>
            </a:r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cool!</a:t>
            </a: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")</a:t>
            </a:r>
          </a:p>
          <a:p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print("</a:t>
            </a:r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2 + 2 =</a:t>
            </a: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", 2 + 2)</a:t>
            </a:r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480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A71AB-B466-173B-2098-253617895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Module 1 Challenge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10989-7912-DA37-587C-4B431CCBD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Make a “Python Introduction Poster” in code!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E18EA-3348-B932-C477-5A6E1FFD705C}"/>
              </a:ext>
            </a:extLst>
          </p:cNvPr>
          <p:cNvSpPr txBox="1"/>
          <p:nvPr/>
        </p:nvSpPr>
        <p:spPr>
          <a:xfrm>
            <a:off x="3452812" y="2595562"/>
            <a:ext cx="357425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********************************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*      Welcome to Python World!     *</a:t>
            </a:r>
          </a:p>
          <a:p>
            <a:r>
              <a:rPr lang="en-US" dirty="0">
                <a:ea typeface="+mn-lt"/>
                <a:cs typeface="+mn-lt"/>
              </a:rPr>
              <a:t>*         I am a Future Coder! 🧠        *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********************************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242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5AE9FC70-8A26-4CF2-8E04-EBDADB8B8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9CB703-C563-4F1F-BF28-83C06E978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136A8F-6D9B-D7C1-E8DA-D1615A78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0" y="583345"/>
            <a:ext cx="5833787" cy="22741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906AFF-8AF6-7097-4795-558BD4FD4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6993" y="3123651"/>
            <a:ext cx="5833787" cy="1811206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Ask your doubts!</a:t>
            </a:r>
          </a:p>
        </p:txBody>
      </p:sp>
      <p:sp>
        <p:nvSpPr>
          <p:cNvPr id="4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041" y="259737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57FD3574-52C5-C021-78EF-3B8D59292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8391" y="2814239"/>
            <a:ext cx="3217333" cy="3217333"/>
          </a:xfrm>
          <a:prstGeom prst="rect">
            <a:avLst/>
          </a:prstGeom>
        </p:spPr>
      </p:pic>
      <p:sp>
        <p:nvSpPr>
          <p:cNvPr id="4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7821" y="282667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9869" y="610939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29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4A0BC42-FD6C-4061-9F3F-1D9B57DC58FA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SkolarAi Robo Club</vt:lpstr>
      <vt:lpstr>1. What is Programming?</vt:lpstr>
      <vt:lpstr>🧠 Example Analogy</vt:lpstr>
      <vt:lpstr>Types of Programming language</vt:lpstr>
      <vt:lpstr>💬 High-Level Language</vt:lpstr>
      <vt:lpstr>⚙️ Low-Level Language</vt:lpstr>
      <vt:lpstr>🚀 Quick Summary Table</vt:lpstr>
      <vt:lpstr>What is Python?</vt:lpstr>
      <vt:lpstr>💻 Setting Up Python</vt:lpstr>
      <vt:lpstr>You can write Python code in:</vt:lpstr>
      <vt:lpstr>Example Code/Program</vt:lpstr>
      <vt:lpstr>File names &amp; extensions (super important!)</vt:lpstr>
      <vt:lpstr>Using the print() Function</vt:lpstr>
      <vt:lpstr>Comments – Talking to Yourself in Code</vt:lpstr>
      <vt:lpstr>Common Mistakes</vt:lpstr>
      <vt:lpstr>Mini Activities</vt:lpstr>
      <vt:lpstr>Mini Activities</vt:lpstr>
      <vt:lpstr>Mini Activities</vt:lpstr>
      <vt:lpstr>Module 1 Challenge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338</cp:revision>
  <dcterms:created xsi:type="dcterms:W3CDTF">2025-11-01T16:02:21Z</dcterms:created>
  <dcterms:modified xsi:type="dcterms:W3CDTF">2025-11-02T14:58:28Z</dcterms:modified>
</cp:coreProperties>
</file>